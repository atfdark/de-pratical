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5" r:id="rId18"/>
    <p:sldId id="276" r:id="rId19"/>
    <p:sldId id="277" r:id="rId20"/>
    <p:sldId id="279" r:id="rId21"/>
    <p:sldId id="278" r:id="rId2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FC6078C5-F8A4-47A5-9A89-557E7E30C2BE}">
          <p14:sldIdLst>
            <p14:sldId id="256"/>
            <p14:sldId id="257"/>
            <p14:sldId id="258"/>
            <p14:sldId id="259"/>
            <p14:sldId id="260"/>
            <p14:sldId id="261"/>
            <p14:sldId id="262"/>
          </p14:sldIdLst>
        </p14:section>
        <p14:section name="Untitled Section" id="{2E65F4EC-F6AC-4EF5-8A40-3EE732AE6CC8}">
          <p14:sldIdLst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5"/>
            <p14:sldId id="276"/>
            <p14:sldId id="277"/>
            <p14:sldId id="279"/>
            <p14:sldId id="27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8ECF8"/>
    <a:srgbClr val="FBB3A7"/>
    <a:srgbClr val="ECBDFF"/>
    <a:srgbClr val="9CCEEC"/>
    <a:srgbClr val="56D9F8"/>
    <a:srgbClr val="DFDD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518" dt="2026-10-04T15:10:16.944"/>
    <p1510:client id="{D52DC00C-C9C8-4901-8D22-EE6A8B3CF43E}" v="564" dt="2026-10-04T15:10:15.52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providerId="Windows Live" clId="Web-{00000000-0000-0000-0000-000000000000}"/>
    <pc:docChg chg="addSld delSld modSld sldOrd modSection">
      <pc:chgData name="Guest User" userId="" providerId="Windows Live" clId="Web-{00000000-0000-0000-0000-000000000000}" dt="2026-10-04T15:10:16.944" v="447" actId="14100"/>
      <pc:docMkLst>
        <pc:docMk/>
      </pc:docMkLst>
      <pc:sldChg chg="modSp">
        <pc:chgData name="Guest User" userId="" providerId="Windows Live" clId="Web-{00000000-0000-0000-0000-000000000000}" dt="2026-10-04T14:06:50.183" v="0" actId="20577"/>
        <pc:sldMkLst>
          <pc:docMk/>
          <pc:sldMk cId="451319803" sldId="269"/>
        </pc:sldMkLst>
        <pc:spChg chg="mod">
          <ac:chgData name="Guest User" userId="" providerId="Windows Live" clId="Web-{00000000-0000-0000-0000-000000000000}" dt="2026-10-04T14:06:50.183" v="0" actId="20577"/>
          <ac:spMkLst>
            <pc:docMk/>
            <pc:sldMk cId="451319803" sldId="269"/>
            <ac:spMk id="3" creationId="{8C771047-1832-9B1E-300E-A05ACB60E1FA}"/>
          </ac:spMkLst>
        </pc:spChg>
      </pc:sldChg>
      <pc:sldChg chg="addSp delSp modSp ord">
        <pc:chgData name="Guest User" userId="" providerId="Windows Live" clId="Web-{00000000-0000-0000-0000-000000000000}" dt="2026-10-04T14:39:21.399" v="249" actId="1076"/>
        <pc:sldMkLst>
          <pc:docMk/>
          <pc:sldMk cId="2787353036" sldId="270"/>
        </pc:sldMkLst>
        <pc:spChg chg="add mod">
          <ac:chgData name="Guest User" userId="" providerId="Windows Live" clId="Web-{00000000-0000-0000-0000-000000000000}" dt="2026-10-04T14:11:52.210" v="10" actId="20577"/>
          <ac:spMkLst>
            <pc:docMk/>
            <pc:sldMk cId="2787353036" sldId="270"/>
            <ac:spMk id="2" creationId="{5299D052-815D-D843-937D-72F506DD306F}"/>
          </ac:spMkLst>
        </pc:spChg>
        <pc:spChg chg="add mod">
          <ac:chgData name="Guest User" userId="" providerId="Windows Live" clId="Web-{00000000-0000-0000-0000-000000000000}" dt="2026-10-04T14:39:17.774" v="248" actId="1076"/>
          <ac:spMkLst>
            <pc:docMk/>
            <pc:sldMk cId="2787353036" sldId="270"/>
            <ac:spMk id="5" creationId="{7786ABE7-E047-98D8-980E-7AEECC5F79FE}"/>
          </ac:spMkLst>
        </pc:spChg>
        <pc:spChg chg="mod">
          <ac:chgData name="Guest User" userId="" providerId="Windows Live" clId="Web-{00000000-0000-0000-0000-000000000000}" dt="2026-10-04T14:33:45.355" v="204" actId="20577"/>
          <ac:spMkLst>
            <pc:docMk/>
            <pc:sldMk cId="2787353036" sldId="270"/>
            <ac:spMk id="6" creationId="{036A5127-4C84-B10F-32FF-88B30E962740}"/>
          </ac:spMkLst>
        </pc:spChg>
        <pc:spChg chg="add mod">
          <ac:chgData name="Guest User" userId="" providerId="Windows Live" clId="Web-{00000000-0000-0000-0000-000000000000}" dt="2026-10-04T14:39:08.726" v="246" actId="1076"/>
          <ac:spMkLst>
            <pc:docMk/>
            <pc:sldMk cId="2787353036" sldId="270"/>
            <ac:spMk id="7" creationId="{85C80D9D-94AD-D079-4D6E-F295C375B323}"/>
          </ac:spMkLst>
        </pc:spChg>
        <pc:spChg chg="add mod">
          <ac:chgData name="Guest User" userId="" providerId="Windows Live" clId="Web-{00000000-0000-0000-0000-000000000000}" dt="2026-10-04T14:38:07.583" v="236" actId="1076"/>
          <ac:spMkLst>
            <pc:docMk/>
            <pc:sldMk cId="2787353036" sldId="270"/>
            <ac:spMk id="9" creationId="{9FD2725C-0045-8DE6-9303-19FA5298FF89}"/>
          </ac:spMkLst>
        </pc:spChg>
        <pc:spChg chg="add mod">
          <ac:chgData name="Guest User" userId="" providerId="Windows Live" clId="Web-{00000000-0000-0000-0000-000000000000}" dt="2026-10-04T14:38:59.804" v="245" actId="1076"/>
          <ac:spMkLst>
            <pc:docMk/>
            <pc:sldMk cId="2787353036" sldId="270"/>
            <ac:spMk id="10" creationId="{D03A3AEC-9C86-B77B-52BB-653517E2AE62}"/>
          </ac:spMkLst>
        </pc:spChg>
        <pc:spChg chg="add mod">
          <ac:chgData name="Guest User" userId="" providerId="Windows Live" clId="Web-{00000000-0000-0000-0000-000000000000}" dt="2026-10-04T14:39:21.399" v="249" actId="1076"/>
          <ac:spMkLst>
            <pc:docMk/>
            <pc:sldMk cId="2787353036" sldId="270"/>
            <ac:spMk id="11" creationId="{2247DFDF-C053-6C8A-F9FA-16A352A323A1}"/>
          </ac:spMkLst>
        </pc:spChg>
        <pc:spChg chg="add mod">
          <ac:chgData name="Guest User" userId="" providerId="Windows Live" clId="Web-{00000000-0000-0000-0000-000000000000}" dt="2026-10-04T14:38:07.615" v="237" actId="1076"/>
          <ac:spMkLst>
            <pc:docMk/>
            <pc:sldMk cId="2787353036" sldId="270"/>
            <ac:spMk id="12" creationId="{2F898FC5-2A28-A2E2-6EBB-DCB2D7494AF7}"/>
          </ac:spMkLst>
        </pc:spChg>
        <pc:spChg chg="add mod">
          <ac:chgData name="Guest User" userId="" providerId="Windows Live" clId="Web-{00000000-0000-0000-0000-000000000000}" dt="2026-10-04T14:38:37.491" v="242" actId="1076"/>
          <ac:spMkLst>
            <pc:docMk/>
            <pc:sldMk cId="2787353036" sldId="270"/>
            <ac:spMk id="13" creationId="{83040F80-7C83-B489-1244-5813E2D8617E}"/>
          </ac:spMkLst>
        </pc:spChg>
        <pc:spChg chg="mod">
          <ac:chgData name="Guest User" userId="" providerId="Windows Live" clId="Web-{00000000-0000-0000-0000-000000000000}" dt="2026-10-04T14:29:25.063" v="179" actId="1076"/>
          <ac:spMkLst>
            <pc:docMk/>
            <pc:sldMk cId="2787353036" sldId="270"/>
            <ac:spMk id="14" creationId="{2E09E03F-F54C-FB24-D2C6-55A5AA7CDE46}"/>
          </ac:spMkLst>
        </pc:spChg>
        <pc:spChg chg="add del mod ord">
          <ac:chgData name="Guest User" userId="" providerId="Windows Live" clId="Web-{00000000-0000-0000-0000-000000000000}" dt="2026-10-04T14:26:50.401" v="158"/>
          <ac:spMkLst>
            <pc:docMk/>
            <pc:sldMk cId="2787353036" sldId="270"/>
            <ac:spMk id="15" creationId="{879F73F2-1EDF-0597-33F3-D8525C221989}"/>
          </ac:spMkLst>
        </pc:spChg>
        <pc:spChg chg="mod">
          <ac:chgData name="Guest User" userId="" providerId="Windows Live" clId="Web-{00000000-0000-0000-0000-000000000000}" dt="2026-10-04T14:28:32.249" v="170" actId="1076"/>
          <ac:spMkLst>
            <pc:docMk/>
            <pc:sldMk cId="2787353036" sldId="270"/>
            <ac:spMk id="18" creationId="{ABA7D31A-568D-278C-7010-F62D389C7E14}"/>
          </ac:spMkLst>
        </pc:spChg>
        <pc:spChg chg="add mod ord">
          <ac:chgData name="Guest User" userId="" providerId="Windows Live" clId="Web-{00000000-0000-0000-0000-000000000000}" dt="2026-10-04T14:33:52.574" v="205" actId="20577"/>
          <ac:spMkLst>
            <pc:docMk/>
            <pc:sldMk cId="2787353036" sldId="270"/>
            <ac:spMk id="19" creationId="{E5E3DD5E-CA13-22C2-AAD4-B851E2053648}"/>
          </ac:spMkLst>
        </pc:spChg>
        <pc:spChg chg="add del mod">
          <ac:chgData name="Guest User" userId="" providerId="Windows Live" clId="Web-{00000000-0000-0000-0000-000000000000}" dt="2026-10-04T14:37:43.395" v="235" actId="14100"/>
          <ac:spMkLst>
            <pc:docMk/>
            <pc:sldMk cId="2787353036" sldId="270"/>
            <ac:spMk id="21" creationId="{7981B66B-86E9-18EF-1C96-C62E7E0EF4E3}"/>
          </ac:spMkLst>
        </pc:spChg>
        <pc:spChg chg="add del">
          <ac:chgData name="Guest User" userId="" providerId="Windows Live" clId="Web-{00000000-0000-0000-0000-000000000000}" dt="2026-10-04T14:35:15.655" v="213"/>
          <ac:spMkLst>
            <pc:docMk/>
            <pc:sldMk cId="2787353036" sldId="270"/>
            <ac:spMk id="23" creationId="{8173F3C6-E27B-8593-FFB9-795DFB6652BD}"/>
          </ac:spMkLst>
        </pc:spChg>
        <pc:spChg chg="add mod">
          <ac:chgData name="Guest User" userId="" providerId="Windows Live" clId="Web-{00000000-0000-0000-0000-000000000000}" dt="2026-10-04T14:37:24.941" v="233" actId="1076"/>
          <ac:spMkLst>
            <pc:docMk/>
            <pc:sldMk cId="2787353036" sldId="270"/>
            <ac:spMk id="24" creationId="{8377A86A-9EF2-DD6B-4920-411EFB3D9EC2}"/>
          </ac:spMkLst>
        </pc:spChg>
        <pc:cxnChg chg="add del mod">
          <ac:chgData name="Guest User" userId="" providerId="Windows Live" clId="Web-{00000000-0000-0000-0000-000000000000}" dt="2026-10-04T14:30:48.691" v="189"/>
          <ac:cxnSpMkLst>
            <pc:docMk/>
            <pc:sldMk cId="2787353036" sldId="270"/>
            <ac:cxnSpMk id="8" creationId="{5A41B7ED-17C1-F3E0-6955-5BE82EB544AC}"/>
          </ac:cxnSpMkLst>
        </pc:cxnChg>
        <pc:cxnChg chg="add mod">
          <ac:chgData name="Guest User" userId="" providerId="Windows Live" clId="Web-{00000000-0000-0000-0000-000000000000}" dt="2026-10-04T14:31:31.287" v="192"/>
          <ac:cxnSpMkLst>
            <pc:docMk/>
            <pc:sldMk cId="2787353036" sldId="270"/>
            <ac:cxnSpMk id="15" creationId="{44335008-82BA-0007-357D-72FB7CE513C8}"/>
          </ac:cxnSpMkLst>
        </pc:cxnChg>
        <pc:cxnChg chg="add mod">
          <ac:chgData name="Guest User" userId="" providerId="Windows Live" clId="Web-{00000000-0000-0000-0000-000000000000}" dt="2026-10-04T14:32:28.086" v="201" actId="14100"/>
          <ac:cxnSpMkLst>
            <pc:docMk/>
            <pc:sldMk cId="2787353036" sldId="270"/>
            <ac:cxnSpMk id="16" creationId="{ED8F6817-DA2D-4FA7-CF41-D51489349D50}"/>
          </ac:cxnSpMkLst>
        </pc:cxnChg>
        <pc:cxnChg chg="add mod">
          <ac:chgData name="Guest User" userId="" providerId="Windows Live" clId="Web-{00000000-0000-0000-0000-000000000000}" dt="2026-10-04T14:32:45.305" v="203" actId="14100"/>
          <ac:cxnSpMkLst>
            <pc:docMk/>
            <pc:sldMk cId="2787353036" sldId="270"/>
            <ac:cxnSpMk id="17" creationId="{B99BC3ED-9F89-BFFA-4494-F136DAC5F184}"/>
          </ac:cxnSpMkLst>
        </pc:cxnChg>
        <pc:cxnChg chg="add del mod">
          <ac:chgData name="Guest User" userId="" providerId="Windows Live" clId="Web-{00000000-0000-0000-0000-000000000000}" dt="2026-10-04T14:26:00.790" v="146"/>
          <ac:cxnSpMkLst>
            <pc:docMk/>
            <pc:sldMk cId="2787353036" sldId="270"/>
            <ac:cxnSpMk id="17" creationId="{CBDB7CDA-62C5-822C-2EBF-AC4A808848BD}"/>
          </ac:cxnSpMkLst>
        </pc:cxnChg>
      </pc:sldChg>
      <pc:sldChg chg="modSp">
        <pc:chgData name="Guest User" userId="" providerId="Windows Live" clId="Web-{00000000-0000-0000-0000-000000000000}" dt="2026-10-04T15:03:12.861" v="400" actId="1076"/>
        <pc:sldMkLst>
          <pc:docMk/>
          <pc:sldMk cId="0" sldId="273"/>
        </pc:sldMkLst>
        <pc:spChg chg="mod">
          <ac:chgData name="Guest User" userId="" providerId="Windows Live" clId="Web-{00000000-0000-0000-0000-000000000000}" dt="2026-10-04T15:03:12.861" v="400" actId="1076"/>
          <ac:spMkLst>
            <pc:docMk/>
            <pc:sldMk cId="0" sldId="273"/>
            <ac:spMk id="5" creationId="{00000000-0000-0000-0000-000000000000}"/>
          </ac:spMkLst>
        </pc:spChg>
      </pc:sldChg>
      <pc:sldChg chg="new del">
        <pc:chgData name="Guest User" userId="" providerId="Windows Live" clId="Web-{00000000-0000-0000-0000-000000000000}" dt="2026-10-04T14:44:47.177" v="252"/>
        <pc:sldMkLst>
          <pc:docMk/>
          <pc:sldMk cId="2519983961" sldId="274"/>
        </pc:sldMkLst>
      </pc:sldChg>
      <pc:sldChg chg="addSp delSp modSp add ord replId">
        <pc:chgData name="Guest User" userId="" providerId="Windows Live" clId="Web-{00000000-0000-0000-0000-000000000000}" dt="2026-10-04T15:10:16.944" v="447" actId="14100"/>
        <pc:sldMkLst>
          <pc:docMk/>
          <pc:sldMk cId="1836106485" sldId="275"/>
        </pc:sldMkLst>
        <pc:spChg chg="add mod">
          <ac:chgData name="Guest User" userId="" providerId="Windows Live" clId="Web-{00000000-0000-0000-0000-000000000000}" dt="2026-10-04T15:06:27.426" v="430" actId="1076"/>
          <ac:spMkLst>
            <pc:docMk/>
            <pc:sldMk cId="1836106485" sldId="275"/>
            <ac:spMk id="2" creationId="{810C94EB-271C-EDC9-1CA8-872384D1DF56}"/>
          </ac:spMkLst>
        </pc:spChg>
        <pc:spChg chg="mod">
          <ac:chgData name="Guest User" userId="" providerId="Windows Live" clId="Web-{00000000-0000-0000-0000-000000000000}" dt="2026-10-04T14:45:55.789" v="257" actId="20577"/>
          <ac:spMkLst>
            <pc:docMk/>
            <pc:sldMk cId="1836106485" sldId="275"/>
            <ac:spMk id="4" creationId="{57F0BC88-B01C-6F2F-18D9-F3C3C645C9BF}"/>
          </ac:spMkLst>
        </pc:spChg>
        <pc:spChg chg="del mod">
          <ac:chgData name="Guest User" userId="" providerId="Windows Live" clId="Web-{00000000-0000-0000-0000-000000000000}" dt="2026-10-04T14:57:37.169" v="342"/>
          <ac:spMkLst>
            <pc:docMk/>
            <pc:sldMk cId="1836106485" sldId="275"/>
            <ac:spMk id="5" creationId="{EB5A3062-302D-0059-D11E-261A457F26B2}"/>
          </ac:spMkLst>
        </pc:spChg>
        <pc:spChg chg="mod">
          <ac:chgData name="Guest User" userId="" providerId="Windows Live" clId="Web-{00000000-0000-0000-0000-000000000000}" dt="2026-10-04T15:10:16.944" v="447" actId="14100"/>
          <ac:spMkLst>
            <pc:docMk/>
            <pc:sldMk cId="1836106485" sldId="275"/>
            <ac:spMk id="6" creationId="{172620A2-8214-6F06-A25C-007CB4E0BB30}"/>
          </ac:spMkLst>
        </pc:spChg>
        <pc:spChg chg="add mod">
          <ac:chgData name="Guest User" userId="" providerId="Windows Live" clId="Web-{00000000-0000-0000-0000-000000000000}" dt="2026-10-04T15:06:34.910" v="431" actId="1076"/>
          <ac:spMkLst>
            <pc:docMk/>
            <pc:sldMk cId="1836106485" sldId="275"/>
            <ac:spMk id="7" creationId="{390353E7-655E-4E66-6FF2-57BC975730FE}"/>
          </ac:spMkLst>
        </pc:spChg>
        <pc:spChg chg="del mod">
          <ac:chgData name="Guest User" userId="" providerId="Windows Live" clId="Web-{00000000-0000-0000-0000-000000000000}" dt="2026-10-04T14:57:37.169" v="341"/>
          <ac:spMkLst>
            <pc:docMk/>
            <pc:sldMk cId="1836106485" sldId="275"/>
            <ac:spMk id="8" creationId="{FF42FC5E-E0F0-94B1-24D0-BA7A4600EB44}"/>
          </ac:spMkLst>
        </pc:spChg>
        <pc:spChg chg="del">
          <ac:chgData name="Guest User" userId="" providerId="Windows Live" clId="Web-{00000000-0000-0000-0000-000000000000}" dt="2026-10-04T14:54:46.292" v="305"/>
          <ac:spMkLst>
            <pc:docMk/>
            <pc:sldMk cId="1836106485" sldId="275"/>
            <ac:spMk id="10" creationId="{40F3D348-2127-479B-8E8A-49FA606126C0}"/>
          </ac:spMkLst>
        </pc:spChg>
        <pc:spChg chg="del mod">
          <ac:chgData name="Guest User" userId="" providerId="Windows Live" clId="Web-{00000000-0000-0000-0000-000000000000}" dt="2026-10-04T14:57:37.169" v="346"/>
          <ac:spMkLst>
            <pc:docMk/>
            <pc:sldMk cId="1836106485" sldId="275"/>
            <ac:spMk id="12" creationId="{CE6622B3-2AD3-36CB-49FA-CEF46F6E38A4}"/>
          </ac:spMkLst>
        </pc:spChg>
        <pc:spChg chg="del mod">
          <ac:chgData name="Guest User" userId="" providerId="Windows Live" clId="Web-{00000000-0000-0000-0000-000000000000}" dt="2026-10-04T14:57:37.169" v="345"/>
          <ac:spMkLst>
            <pc:docMk/>
            <pc:sldMk cId="1836106485" sldId="275"/>
            <ac:spMk id="14" creationId="{C4D55743-80E5-763C-C74B-DD07BFDE2DFB}"/>
          </ac:spMkLst>
        </pc:spChg>
        <pc:spChg chg="del mod">
          <ac:chgData name="Guest User" userId="" providerId="Windows Live" clId="Web-{00000000-0000-0000-0000-000000000000}" dt="2026-10-04T14:57:37.169" v="344"/>
          <ac:spMkLst>
            <pc:docMk/>
            <pc:sldMk cId="1836106485" sldId="275"/>
            <ac:spMk id="16" creationId="{F1199DD1-72C5-1802-A338-C1E73828332D}"/>
          </ac:spMkLst>
        </pc:spChg>
        <pc:spChg chg="del mod">
          <ac:chgData name="Guest User" userId="" providerId="Windows Live" clId="Web-{00000000-0000-0000-0000-000000000000}" dt="2026-10-04T14:57:37.169" v="343"/>
          <ac:spMkLst>
            <pc:docMk/>
            <pc:sldMk cId="1836106485" sldId="275"/>
            <ac:spMk id="18" creationId="{D617AAED-19B3-8E1A-D155-80BD365E453F}"/>
          </ac:spMkLst>
        </pc:spChg>
        <pc:spChg chg="add mod">
          <ac:chgData name="Guest User" userId="" providerId="Windows Live" clId="Web-{00000000-0000-0000-0000-000000000000}" dt="2026-10-04T15:06:42.488" v="432" actId="1076"/>
          <ac:spMkLst>
            <pc:docMk/>
            <pc:sldMk cId="1836106485" sldId="275"/>
            <ac:spMk id="20" creationId="{E2576A84-528D-3047-D55C-E78DECB73BA2}"/>
          </ac:spMkLst>
        </pc:spChg>
        <pc:spChg chg="add del mod">
          <ac:chgData name="Guest User" userId="" providerId="Windows Live" clId="Web-{00000000-0000-0000-0000-000000000000}" dt="2026-10-04T14:55:36.121" v="321"/>
          <ac:spMkLst>
            <pc:docMk/>
            <pc:sldMk cId="1836106485" sldId="275"/>
            <ac:spMk id="21" creationId="{D33DD9F6-8B3B-453A-A772-8F9A6F9FB46D}"/>
          </ac:spMkLst>
        </pc:spChg>
        <pc:spChg chg="add mod">
          <ac:chgData name="Guest User" userId="" providerId="Windows Live" clId="Web-{00000000-0000-0000-0000-000000000000}" dt="2026-10-04T15:06:46.598" v="433" actId="1076"/>
          <ac:spMkLst>
            <pc:docMk/>
            <pc:sldMk cId="1836106485" sldId="275"/>
            <ac:spMk id="22" creationId="{7B2FF562-E113-B2DC-C26C-A95BE9CAE915}"/>
          </ac:spMkLst>
        </pc:spChg>
        <pc:spChg chg="add mod">
          <ac:chgData name="Guest User" userId="" providerId="Windows Live" clId="Web-{00000000-0000-0000-0000-000000000000}" dt="2026-10-04T15:06:49.895" v="434" actId="1076"/>
          <ac:spMkLst>
            <pc:docMk/>
            <pc:sldMk cId="1836106485" sldId="275"/>
            <ac:spMk id="23" creationId="{F8F3C1F9-5DA4-4B2D-0E90-35CCB881604C}"/>
          </ac:spMkLst>
        </pc:spChg>
        <pc:spChg chg="add mod">
          <ac:chgData name="Guest User" userId="" providerId="Windows Live" clId="Web-{00000000-0000-0000-0000-000000000000}" dt="2026-10-04T15:06:54.817" v="435" actId="1076"/>
          <ac:spMkLst>
            <pc:docMk/>
            <pc:sldMk cId="1836106485" sldId="275"/>
            <ac:spMk id="24" creationId="{4120F47F-5C8E-8A49-7499-07E03F6436D1}"/>
          </ac:spMkLst>
        </pc:spChg>
        <pc:spChg chg="add mod">
          <ac:chgData name="Guest User" userId="" providerId="Windows Live" clId="Web-{00000000-0000-0000-0000-000000000000}" dt="2026-10-04T15:08:54.474" v="446" actId="1076"/>
          <ac:spMkLst>
            <pc:docMk/>
            <pc:sldMk cId="1836106485" sldId="275"/>
            <ac:spMk id="25" creationId="{0D93E606-E2E1-1852-9D98-DDE40B7F9C68}"/>
          </ac:spMkLst>
        </pc:spChg>
        <pc:spChg chg="add mod ord">
          <ac:chgData name="Guest User" userId="" providerId="Windows Live" clId="Web-{00000000-0000-0000-0000-000000000000}" dt="2026-10-04T15:08:48.599" v="445" actId="1076"/>
          <ac:spMkLst>
            <pc:docMk/>
            <pc:sldMk cId="1836106485" sldId="275"/>
            <ac:spMk id="27" creationId="{C4EBB315-905F-22A1-960C-06DF03FB57CC}"/>
          </ac:spMkLst>
        </pc:spChg>
        <pc:spChg chg="add mod">
          <ac:chgData name="Guest User" userId="" providerId="Windows Live" clId="Web-{00000000-0000-0000-0000-000000000000}" dt="2026-10-04T15:07:25.192" v="438" actId="1076"/>
          <ac:spMkLst>
            <pc:docMk/>
            <pc:sldMk cId="1836106485" sldId="275"/>
            <ac:spMk id="28" creationId="{A74CE7E7-CD5D-2C1D-8359-328AEF3A72D2}"/>
          </ac:spMkLst>
        </pc:spChg>
        <pc:cxnChg chg="del mod">
          <ac:chgData name="Guest User" userId="" providerId="Windows Live" clId="Web-{00000000-0000-0000-0000-000000000000}" dt="2026-10-04T14:57:37.169" v="340"/>
          <ac:cxnSpMkLst>
            <pc:docMk/>
            <pc:sldMk cId="1836106485" sldId="275"/>
            <ac:cxnSpMk id="11" creationId="{0CBD667A-2435-EC8B-3ED7-8519DFD32A09}"/>
          </ac:cxnSpMkLst>
        </pc:cxnChg>
        <pc:cxnChg chg="del mod">
          <ac:chgData name="Guest User" userId="" providerId="Windows Live" clId="Web-{00000000-0000-0000-0000-000000000000}" dt="2026-10-04T14:57:37.169" v="339"/>
          <ac:cxnSpMkLst>
            <pc:docMk/>
            <pc:sldMk cId="1836106485" sldId="275"/>
            <ac:cxnSpMk id="13" creationId="{8FCC8673-B760-E82E-4B0B-EBA1F3B74692}"/>
          </ac:cxnSpMkLst>
        </pc:cxnChg>
        <pc:cxnChg chg="del mod">
          <ac:chgData name="Guest User" userId="" providerId="Windows Live" clId="Web-{00000000-0000-0000-0000-000000000000}" dt="2026-10-04T14:57:37.169" v="338"/>
          <ac:cxnSpMkLst>
            <pc:docMk/>
            <pc:sldMk cId="1836106485" sldId="275"/>
            <ac:cxnSpMk id="15" creationId="{510A8D79-52D8-0168-2240-D85425BFAAFC}"/>
          </ac:cxnSpMkLst>
        </pc:cxnChg>
        <pc:cxnChg chg="del mod">
          <ac:chgData name="Guest User" userId="" providerId="Windows Live" clId="Web-{00000000-0000-0000-0000-000000000000}" dt="2026-10-04T14:57:37.169" v="337"/>
          <ac:cxnSpMkLst>
            <pc:docMk/>
            <pc:sldMk cId="1836106485" sldId="275"/>
            <ac:cxnSpMk id="17" creationId="{B0717F3A-A89B-55A1-FF9B-8DD853243A3B}"/>
          </ac:cxnSpMkLst>
        </pc:cxnChg>
        <pc:cxnChg chg="del mod">
          <ac:chgData name="Guest User" userId="" providerId="Windows Live" clId="Web-{00000000-0000-0000-0000-000000000000}" dt="2026-10-04T14:57:37.169" v="336"/>
          <ac:cxnSpMkLst>
            <pc:docMk/>
            <pc:sldMk cId="1836106485" sldId="275"/>
            <ac:cxnSpMk id="19" creationId="{C517EA2A-6734-5944-FC58-986602807485}"/>
          </ac:cxnSpMkLst>
        </pc:cxnChg>
      </pc:sldChg>
    </pc:docChg>
  </pc:docChgLst>
  <pc:docChgLst>
    <pc:chgData name="Alok Khatri" userId="1e6dd8495baa7988" providerId="LiveId" clId="{972C7444-8476-4517-A8EE-02221903B54C}"/>
    <pc:docChg chg="undo custSel addSld delSld modSld sldOrd modSection">
      <pc:chgData name="Alok Khatri" userId="1e6dd8495baa7988" providerId="LiveId" clId="{972C7444-8476-4517-A8EE-02221903B54C}" dt="2026-10-04T15:10:15.524" v="572" actId="14100"/>
      <pc:docMkLst>
        <pc:docMk/>
      </pc:docMkLst>
      <pc:sldChg chg="delSp modSp mod">
        <pc:chgData name="Alok Khatri" userId="1e6dd8495baa7988" providerId="LiveId" clId="{972C7444-8476-4517-A8EE-02221903B54C}" dt="2026-10-04T14:07:33.498" v="47" actId="114"/>
        <pc:sldMkLst>
          <pc:docMk/>
          <pc:sldMk cId="451319803" sldId="269"/>
        </pc:sldMkLst>
        <pc:spChg chg="mod">
          <ac:chgData name="Alok Khatri" userId="1e6dd8495baa7988" providerId="LiveId" clId="{972C7444-8476-4517-A8EE-02221903B54C}" dt="2026-10-04T14:07:33.498" v="47" actId="114"/>
          <ac:spMkLst>
            <pc:docMk/>
            <pc:sldMk cId="451319803" sldId="269"/>
            <ac:spMk id="3" creationId="{8C771047-1832-9B1E-300E-A05ACB60E1FA}"/>
          </ac:spMkLst>
        </pc:spChg>
        <pc:spChg chg="del">
          <ac:chgData name="Alok Khatri" userId="1e6dd8495baa7988" providerId="LiveId" clId="{972C7444-8476-4517-A8EE-02221903B54C}" dt="2026-10-04T14:04:32.577" v="6" actId="478"/>
          <ac:spMkLst>
            <pc:docMk/>
            <pc:sldMk cId="451319803" sldId="269"/>
            <ac:spMk id="5" creationId="{9383D3EC-8DCC-3A67-3135-0BEB9BA83B5A}"/>
          </ac:spMkLst>
        </pc:spChg>
        <pc:spChg chg="del mod">
          <ac:chgData name="Alok Khatri" userId="1e6dd8495baa7988" providerId="LiveId" clId="{972C7444-8476-4517-A8EE-02221903B54C}" dt="2026-10-04T14:04:31.992" v="5" actId="478"/>
          <ac:spMkLst>
            <pc:docMk/>
            <pc:sldMk cId="451319803" sldId="269"/>
            <ac:spMk id="6" creationId="{00A71C87-AE12-BB74-BE24-F80B5FBBDF0A}"/>
          </ac:spMkLst>
        </pc:spChg>
        <pc:spChg chg="del">
          <ac:chgData name="Alok Khatri" userId="1e6dd8495baa7988" providerId="LiveId" clId="{972C7444-8476-4517-A8EE-02221903B54C}" dt="2026-10-04T14:04:30.310" v="1" actId="478"/>
          <ac:spMkLst>
            <pc:docMk/>
            <pc:sldMk cId="451319803" sldId="269"/>
            <ac:spMk id="7" creationId="{277180E4-C529-991D-7B08-E9B63CE9A716}"/>
          </ac:spMkLst>
        </pc:spChg>
        <pc:spChg chg="del">
          <ac:chgData name="Alok Khatri" userId="1e6dd8495baa7988" providerId="LiveId" clId="{972C7444-8476-4517-A8EE-02221903B54C}" dt="2026-10-04T14:04:29.803" v="0" actId="478"/>
          <ac:spMkLst>
            <pc:docMk/>
            <pc:sldMk cId="451319803" sldId="269"/>
            <ac:spMk id="8" creationId="{6F16329C-E825-327D-8817-89DEA9C07100}"/>
          </ac:spMkLst>
        </pc:spChg>
        <pc:grpChg chg="del">
          <ac:chgData name="Alok Khatri" userId="1e6dd8495baa7988" providerId="LiveId" clId="{972C7444-8476-4517-A8EE-02221903B54C}" dt="2026-10-04T14:04:30.787" v="2" actId="478"/>
          <ac:grpSpMkLst>
            <pc:docMk/>
            <pc:sldMk cId="451319803" sldId="269"/>
            <ac:grpSpMk id="17" creationId="{B62EAB60-8DB4-99D3-64C7-955E6582602E}"/>
          </ac:grpSpMkLst>
        </pc:grpChg>
        <pc:picChg chg="del">
          <ac:chgData name="Alok Khatri" userId="1e6dd8495baa7988" providerId="LiveId" clId="{972C7444-8476-4517-A8EE-02221903B54C}" dt="2026-10-04T14:04:31.501" v="3" actId="478"/>
          <ac:picMkLst>
            <pc:docMk/>
            <pc:sldMk cId="451319803" sldId="269"/>
            <ac:picMk id="12" creationId="{965DA2D6-C4CF-39C3-039B-A881F565D1B2}"/>
          </ac:picMkLst>
        </pc:picChg>
      </pc:sldChg>
      <pc:sldChg chg="addSp modSp new mod">
        <pc:chgData name="Alok Khatri" userId="1e6dd8495baa7988" providerId="LiveId" clId="{972C7444-8476-4517-A8EE-02221903B54C}" dt="2026-10-04T14:34:25.777" v="292" actId="1076"/>
        <pc:sldMkLst>
          <pc:docMk/>
          <pc:sldMk cId="2787353036" sldId="270"/>
        </pc:sldMkLst>
        <pc:spChg chg="mod">
          <ac:chgData name="Alok Khatri" userId="1e6dd8495baa7988" providerId="LiveId" clId="{972C7444-8476-4517-A8EE-02221903B54C}" dt="2026-10-04T14:12:51.158" v="56" actId="403"/>
          <ac:spMkLst>
            <pc:docMk/>
            <pc:sldMk cId="2787353036" sldId="270"/>
            <ac:spMk id="2" creationId="{5299D052-815D-D843-937D-72F506DD306F}"/>
          </ac:spMkLst>
        </pc:spChg>
        <pc:spChg chg="add">
          <ac:chgData name="Alok Khatri" userId="1e6dd8495baa7988" providerId="LiveId" clId="{972C7444-8476-4517-A8EE-02221903B54C}" dt="2026-10-04T14:07:43.959" v="49" actId="22"/>
          <ac:spMkLst>
            <pc:docMk/>
            <pc:sldMk cId="2787353036" sldId="270"/>
            <ac:spMk id="3" creationId="{6BEF84FA-8D64-0286-30AF-0F6D88E9BC4F}"/>
          </ac:spMkLst>
        </pc:spChg>
        <pc:spChg chg="add mod">
          <ac:chgData name="Alok Khatri" userId="1e6dd8495baa7988" providerId="LiveId" clId="{972C7444-8476-4517-A8EE-02221903B54C}" dt="2026-10-04T14:34:23.032" v="291" actId="1076"/>
          <ac:spMkLst>
            <pc:docMk/>
            <pc:sldMk cId="2787353036" sldId="270"/>
            <ac:spMk id="6" creationId="{036A5127-4C84-B10F-32FF-88B30E962740}"/>
          </ac:spMkLst>
        </pc:spChg>
        <pc:spChg chg="mod">
          <ac:chgData name="Alok Khatri" userId="1e6dd8495baa7988" providerId="LiveId" clId="{972C7444-8476-4517-A8EE-02221903B54C}" dt="2026-10-04T14:17:07.189" v="96" actId="14100"/>
          <ac:spMkLst>
            <pc:docMk/>
            <pc:sldMk cId="2787353036" sldId="270"/>
            <ac:spMk id="7" creationId="{85C80D9D-94AD-D079-4D6E-F295C375B323}"/>
          </ac:spMkLst>
        </pc:spChg>
        <pc:spChg chg="mod">
          <ac:chgData name="Alok Khatri" userId="1e6dd8495baa7988" providerId="LiveId" clId="{972C7444-8476-4517-A8EE-02221903B54C}" dt="2026-10-04T14:27:43.267" v="215" actId="21"/>
          <ac:spMkLst>
            <pc:docMk/>
            <pc:sldMk cId="2787353036" sldId="270"/>
            <ac:spMk id="13" creationId="{83040F80-7C83-B489-1244-5813E2D8617E}"/>
          </ac:spMkLst>
        </pc:spChg>
        <pc:spChg chg="add mod">
          <ac:chgData name="Alok Khatri" userId="1e6dd8495baa7988" providerId="LiveId" clId="{972C7444-8476-4517-A8EE-02221903B54C}" dt="2026-10-04T14:34:25.777" v="292" actId="1076"/>
          <ac:spMkLst>
            <pc:docMk/>
            <pc:sldMk cId="2787353036" sldId="270"/>
            <ac:spMk id="14" creationId="{2E09E03F-F54C-FB24-D2C6-55A5AA7CDE46}"/>
          </ac:spMkLst>
        </pc:spChg>
        <pc:spChg chg="add mod">
          <ac:chgData name="Alok Khatri" userId="1e6dd8495baa7988" providerId="LiveId" clId="{972C7444-8476-4517-A8EE-02221903B54C}" dt="2026-10-04T14:34:23.032" v="291" actId="1076"/>
          <ac:spMkLst>
            <pc:docMk/>
            <pc:sldMk cId="2787353036" sldId="270"/>
            <ac:spMk id="18" creationId="{ABA7D31A-568D-278C-7010-F62D389C7E14}"/>
          </ac:spMkLst>
        </pc:spChg>
        <pc:spChg chg="mod">
          <ac:chgData name="Alok Khatri" userId="1e6dd8495baa7988" providerId="LiveId" clId="{972C7444-8476-4517-A8EE-02221903B54C}" dt="2026-10-04T14:34:23.032" v="291" actId="1076"/>
          <ac:spMkLst>
            <pc:docMk/>
            <pc:sldMk cId="2787353036" sldId="270"/>
            <ac:spMk id="19" creationId="{E5E3DD5E-CA13-22C2-AAD4-B851E2053648}"/>
          </ac:spMkLst>
        </pc:spChg>
        <pc:cxnChg chg="mod">
          <ac:chgData name="Alok Khatri" userId="1e6dd8495baa7988" providerId="LiveId" clId="{972C7444-8476-4517-A8EE-02221903B54C}" dt="2026-10-04T14:34:23.032" v="291" actId="1076"/>
          <ac:cxnSpMkLst>
            <pc:docMk/>
            <pc:sldMk cId="2787353036" sldId="270"/>
            <ac:cxnSpMk id="15" creationId="{44335008-82BA-0007-357D-72FB7CE513C8}"/>
          </ac:cxnSpMkLst>
        </pc:cxnChg>
        <pc:cxnChg chg="mod">
          <ac:chgData name="Alok Khatri" userId="1e6dd8495baa7988" providerId="LiveId" clId="{972C7444-8476-4517-A8EE-02221903B54C}" dt="2026-10-04T14:34:25.777" v="292" actId="1076"/>
          <ac:cxnSpMkLst>
            <pc:docMk/>
            <pc:sldMk cId="2787353036" sldId="270"/>
            <ac:cxnSpMk id="16" creationId="{ED8F6817-DA2D-4FA7-CF41-D51489349D50}"/>
          </ac:cxnSpMkLst>
        </pc:cxnChg>
        <pc:cxnChg chg="mod">
          <ac:chgData name="Alok Khatri" userId="1e6dd8495baa7988" providerId="LiveId" clId="{972C7444-8476-4517-A8EE-02221903B54C}" dt="2026-10-04T14:34:25.777" v="292" actId="1076"/>
          <ac:cxnSpMkLst>
            <pc:docMk/>
            <pc:sldMk cId="2787353036" sldId="270"/>
            <ac:cxnSpMk id="17" creationId="{B99BC3ED-9F89-BFFA-4494-F136DAC5F184}"/>
          </ac:cxnSpMkLst>
        </pc:cxnChg>
      </pc:sldChg>
      <pc:sldChg chg="addSp delSp modSp add mod">
        <pc:chgData name="Alok Khatri" userId="1e6dd8495baa7988" providerId="LiveId" clId="{972C7444-8476-4517-A8EE-02221903B54C}" dt="2026-10-04T14:25:31.318" v="191" actId="1076"/>
        <pc:sldMkLst>
          <pc:docMk/>
          <pc:sldMk cId="696937289" sldId="271"/>
        </pc:sldMkLst>
        <pc:spChg chg="add mod">
          <ac:chgData name="Alok Khatri" userId="1e6dd8495baa7988" providerId="LiveId" clId="{972C7444-8476-4517-A8EE-02221903B54C}" dt="2026-10-04T14:13:36.700" v="61" actId="113"/>
          <ac:spMkLst>
            <pc:docMk/>
            <pc:sldMk cId="696937289" sldId="271"/>
            <ac:spMk id="4" creationId="{98D53C30-6536-5302-DEAE-70F3AF0744DC}"/>
          </ac:spMkLst>
        </pc:spChg>
        <pc:spChg chg="add mod">
          <ac:chgData name="Alok Khatri" userId="1e6dd8495baa7988" providerId="LiveId" clId="{972C7444-8476-4517-A8EE-02221903B54C}" dt="2026-10-04T14:24:50.646" v="175" actId="1076"/>
          <ac:spMkLst>
            <pc:docMk/>
            <pc:sldMk cId="696937289" sldId="271"/>
            <ac:spMk id="5" creationId="{D7377376-6C41-07A7-76C1-98577C1A2FB2}"/>
          </ac:spMkLst>
        </pc:spChg>
        <pc:spChg chg="add mod">
          <ac:chgData name="Alok Khatri" userId="1e6dd8495baa7988" providerId="LiveId" clId="{972C7444-8476-4517-A8EE-02221903B54C}" dt="2026-10-04T14:18:00.110" v="100" actId="948"/>
          <ac:spMkLst>
            <pc:docMk/>
            <pc:sldMk cId="696937289" sldId="271"/>
            <ac:spMk id="6" creationId="{2809AC41-DCEF-5AF4-C597-1D2424881000}"/>
          </ac:spMkLst>
        </pc:spChg>
        <pc:spChg chg="add mod">
          <ac:chgData name="Alok Khatri" userId="1e6dd8495baa7988" providerId="LiveId" clId="{972C7444-8476-4517-A8EE-02221903B54C}" dt="2026-10-04T14:24:46.549" v="174" actId="1076"/>
          <ac:spMkLst>
            <pc:docMk/>
            <pc:sldMk cId="696937289" sldId="271"/>
            <ac:spMk id="8" creationId="{06BAC3BD-7646-020D-51E2-1D8FDA6E0AC1}"/>
          </ac:spMkLst>
        </pc:spChg>
        <pc:spChg chg="add del">
          <ac:chgData name="Alok Khatri" userId="1e6dd8495baa7988" providerId="LiveId" clId="{972C7444-8476-4517-A8EE-02221903B54C}" dt="2026-10-04T14:14:40.415" v="67" actId="478"/>
          <ac:spMkLst>
            <pc:docMk/>
            <pc:sldMk cId="696937289" sldId="271"/>
            <ac:spMk id="8" creationId="{B99A19CF-CCAE-2AAE-5F96-8A52E618A3BA}"/>
          </ac:spMkLst>
        </pc:spChg>
        <pc:spChg chg="add mod">
          <ac:chgData name="Alok Khatri" userId="1e6dd8495baa7988" providerId="LiveId" clId="{972C7444-8476-4517-A8EE-02221903B54C}" dt="2026-10-04T14:25:01.092" v="180" actId="1076"/>
          <ac:spMkLst>
            <pc:docMk/>
            <pc:sldMk cId="696937289" sldId="271"/>
            <ac:spMk id="10" creationId="{A550E93D-5168-FCBE-DC77-04D067CB05A3}"/>
          </ac:spMkLst>
        </pc:spChg>
        <pc:spChg chg="add mod">
          <ac:chgData name="Alok Khatri" userId="1e6dd8495baa7988" providerId="LiveId" clId="{972C7444-8476-4517-A8EE-02221903B54C}" dt="2026-10-04T14:25:03.844" v="181" actId="1076"/>
          <ac:spMkLst>
            <pc:docMk/>
            <pc:sldMk cId="696937289" sldId="271"/>
            <ac:spMk id="12" creationId="{88121DBC-1BC5-CE1B-78EB-438AC513C265}"/>
          </ac:spMkLst>
        </pc:spChg>
        <pc:spChg chg="add mod">
          <ac:chgData name="Alok Khatri" userId="1e6dd8495baa7988" providerId="LiveId" clId="{972C7444-8476-4517-A8EE-02221903B54C}" dt="2026-10-04T14:24:58.246" v="178" actId="1076"/>
          <ac:spMkLst>
            <pc:docMk/>
            <pc:sldMk cId="696937289" sldId="271"/>
            <ac:spMk id="14" creationId="{00C9BDDA-0BBC-02C5-FE76-B76774D3CFFE}"/>
          </ac:spMkLst>
        </pc:spChg>
        <pc:spChg chg="add mod">
          <ac:chgData name="Alok Khatri" userId="1e6dd8495baa7988" providerId="LiveId" clId="{972C7444-8476-4517-A8EE-02221903B54C}" dt="2026-10-04T14:24:56.233" v="177" actId="1076"/>
          <ac:spMkLst>
            <pc:docMk/>
            <pc:sldMk cId="696937289" sldId="271"/>
            <ac:spMk id="16" creationId="{8501D9AB-5C72-0744-2B9E-1836D47323E6}"/>
          </ac:spMkLst>
        </pc:spChg>
        <pc:spChg chg="add mod">
          <ac:chgData name="Alok Khatri" userId="1e6dd8495baa7988" providerId="LiveId" clId="{972C7444-8476-4517-A8EE-02221903B54C}" dt="2026-10-04T14:24:53.117" v="176" actId="1076"/>
          <ac:spMkLst>
            <pc:docMk/>
            <pc:sldMk cId="696937289" sldId="271"/>
            <ac:spMk id="18" creationId="{809CBE54-C012-D517-5632-2A7E37E0E00B}"/>
          </ac:spMkLst>
        </pc:spChg>
        <pc:cxnChg chg="add mod">
          <ac:chgData name="Alok Khatri" userId="1e6dd8495baa7988" providerId="LiveId" clId="{972C7444-8476-4517-A8EE-02221903B54C}" dt="2026-10-04T14:25:14.516" v="183" actId="13822"/>
          <ac:cxnSpMkLst>
            <pc:docMk/>
            <pc:sldMk cId="696937289" sldId="271"/>
            <ac:cxnSpMk id="11" creationId="{5FD939DF-E8DE-7500-6C8E-99AC6C521652}"/>
          </ac:cxnSpMkLst>
        </pc:cxnChg>
        <pc:cxnChg chg="add mod">
          <ac:chgData name="Alok Khatri" userId="1e6dd8495baa7988" providerId="LiveId" clId="{972C7444-8476-4517-A8EE-02221903B54C}" dt="2026-10-04T14:25:18.836" v="185" actId="1076"/>
          <ac:cxnSpMkLst>
            <pc:docMk/>
            <pc:sldMk cId="696937289" sldId="271"/>
            <ac:cxnSpMk id="13" creationId="{6BF4D15A-2CD2-D73E-0A4B-C1BF50B45157}"/>
          </ac:cxnSpMkLst>
        </pc:cxnChg>
        <pc:cxnChg chg="add mod">
          <ac:chgData name="Alok Khatri" userId="1e6dd8495baa7988" providerId="LiveId" clId="{972C7444-8476-4517-A8EE-02221903B54C}" dt="2026-10-04T14:25:22.052" v="187" actId="1076"/>
          <ac:cxnSpMkLst>
            <pc:docMk/>
            <pc:sldMk cId="696937289" sldId="271"/>
            <ac:cxnSpMk id="15" creationId="{8EE3D87A-C907-2D22-40E6-D1335984E6FF}"/>
          </ac:cxnSpMkLst>
        </pc:cxnChg>
        <pc:cxnChg chg="add mod">
          <ac:chgData name="Alok Khatri" userId="1e6dd8495baa7988" providerId="LiveId" clId="{972C7444-8476-4517-A8EE-02221903B54C}" dt="2026-10-04T14:25:25.606" v="189" actId="1076"/>
          <ac:cxnSpMkLst>
            <pc:docMk/>
            <pc:sldMk cId="696937289" sldId="271"/>
            <ac:cxnSpMk id="17" creationId="{2C35328B-CBA4-FA70-373A-875C7F71B69B}"/>
          </ac:cxnSpMkLst>
        </pc:cxnChg>
        <pc:cxnChg chg="add mod">
          <ac:chgData name="Alok Khatri" userId="1e6dd8495baa7988" providerId="LiveId" clId="{972C7444-8476-4517-A8EE-02221903B54C}" dt="2026-10-04T14:25:31.318" v="191" actId="1076"/>
          <ac:cxnSpMkLst>
            <pc:docMk/>
            <pc:sldMk cId="696937289" sldId="271"/>
            <ac:cxnSpMk id="19" creationId="{2B3A2C81-31F8-FDE3-3647-5667D92CCD6A}"/>
          </ac:cxnSpMkLst>
        </pc:cxnChg>
      </pc:sldChg>
      <pc:sldChg chg="addSp delSp modSp add mod">
        <pc:chgData name="Alok Khatri" userId="1e6dd8495baa7988" providerId="LiveId" clId="{972C7444-8476-4517-A8EE-02221903B54C}" dt="2026-10-04T14:52:15.312" v="438" actId="14100"/>
        <pc:sldMkLst>
          <pc:docMk/>
          <pc:sldMk cId="4013618474" sldId="272"/>
        </pc:sldMkLst>
        <pc:spChg chg="add mod">
          <ac:chgData name="Alok Khatri" userId="1e6dd8495baa7988" providerId="LiveId" clId="{972C7444-8476-4517-A8EE-02221903B54C}" dt="2026-10-04T14:29:40.426" v="219" actId="113"/>
          <ac:spMkLst>
            <pc:docMk/>
            <pc:sldMk cId="4013618474" sldId="272"/>
            <ac:spMk id="4" creationId="{4A1E2324-C0DE-69A4-7B4D-2CD99AA232FD}"/>
          </ac:spMkLst>
        </pc:spChg>
        <pc:spChg chg="add mod">
          <ac:chgData name="Alok Khatri" userId="1e6dd8495baa7988" providerId="LiveId" clId="{972C7444-8476-4517-A8EE-02221903B54C}" dt="2026-10-04T14:50:21.393" v="395" actId="14100"/>
          <ac:spMkLst>
            <pc:docMk/>
            <pc:sldMk cId="4013618474" sldId="272"/>
            <ac:spMk id="5" creationId="{16059954-BE3F-1E60-61BB-99EE591720ED}"/>
          </ac:spMkLst>
        </pc:spChg>
        <pc:spChg chg="add mod">
          <ac:chgData name="Alok Khatri" userId="1e6dd8495baa7988" providerId="LiveId" clId="{972C7444-8476-4517-A8EE-02221903B54C}" dt="2026-10-04T14:31:00.096" v="229" actId="14100"/>
          <ac:spMkLst>
            <pc:docMk/>
            <pc:sldMk cId="4013618474" sldId="272"/>
            <ac:spMk id="6" creationId="{A1A6B7B2-99E4-2004-59D8-F2DD39CF51CF}"/>
          </ac:spMkLst>
        </pc:spChg>
        <pc:spChg chg="add mod">
          <ac:chgData name="Alok Khatri" userId="1e6dd8495baa7988" providerId="LiveId" clId="{972C7444-8476-4517-A8EE-02221903B54C}" dt="2026-10-04T14:32:33.389" v="255" actId="14100"/>
          <ac:spMkLst>
            <pc:docMk/>
            <pc:sldMk cId="4013618474" sldId="272"/>
            <ac:spMk id="8" creationId="{718C5EF9-438B-44DD-BBBF-29BC52B3BA09}"/>
          </ac:spMkLst>
        </pc:spChg>
        <pc:spChg chg="add mod">
          <ac:chgData name="Alok Khatri" userId="1e6dd8495baa7988" providerId="LiveId" clId="{972C7444-8476-4517-A8EE-02221903B54C}" dt="2026-10-04T14:32:02.127" v="247" actId="1076"/>
          <ac:spMkLst>
            <pc:docMk/>
            <pc:sldMk cId="4013618474" sldId="272"/>
            <ac:spMk id="9" creationId="{FBA466CA-C579-15EC-A89C-1FFC13495D76}"/>
          </ac:spMkLst>
        </pc:spChg>
        <pc:spChg chg="add mod">
          <ac:chgData name="Alok Khatri" userId="1e6dd8495baa7988" providerId="LiveId" clId="{972C7444-8476-4517-A8EE-02221903B54C}" dt="2026-10-04T14:50:40.023" v="403" actId="14100"/>
          <ac:spMkLst>
            <pc:docMk/>
            <pc:sldMk cId="4013618474" sldId="272"/>
            <ac:spMk id="10" creationId="{6077759D-4BF4-51CF-E1C3-55DA59A33FF7}"/>
          </ac:spMkLst>
        </pc:spChg>
        <pc:spChg chg="add mod">
          <ac:chgData name="Alok Khatri" userId="1e6dd8495baa7988" providerId="LiveId" clId="{972C7444-8476-4517-A8EE-02221903B54C}" dt="2026-10-04T14:32:27.755" v="254" actId="12"/>
          <ac:spMkLst>
            <pc:docMk/>
            <pc:sldMk cId="4013618474" sldId="272"/>
            <ac:spMk id="11" creationId="{17F554BA-EA2D-85E8-C835-8E7814294928}"/>
          </ac:spMkLst>
        </pc:spChg>
        <pc:spChg chg="add mod">
          <ac:chgData name="Alok Khatri" userId="1e6dd8495baa7988" providerId="LiveId" clId="{972C7444-8476-4517-A8EE-02221903B54C}" dt="2026-10-04T14:47:11.372" v="354" actId="14100"/>
          <ac:spMkLst>
            <pc:docMk/>
            <pc:sldMk cId="4013618474" sldId="272"/>
            <ac:spMk id="13" creationId="{95FB0F4B-04C2-C491-66B7-F9E864F8A7AE}"/>
          </ac:spMkLst>
        </pc:spChg>
        <pc:spChg chg="add mod">
          <ac:chgData name="Alok Khatri" userId="1e6dd8495baa7988" providerId="LiveId" clId="{972C7444-8476-4517-A8EE-02221903B54C}" dt="2026-10-04T14:52:11.157" v="437" actId="1076"/>
          <ac:spMkLst>
            <pc:docMk/>
            <pc:sldMk cId="4013618474" sldId="272"/>
            <ac:spMk id="15" creationId="{39C7B6A3-A706-1A3B-84A0-C7E2DC0C419F}"/>
          </ac:spMkLst>
        </pc:spChg>
        <pc:spChg chg="add mod">
          <ac:chgData name="Alok Khatri" userId="1e6dd8495baa7988" providerId="LiveId" clId="{972C7444-8476-4517-A8EE-02221903B54C}" dt="2026-10-04T14:47:25.721" v="355" actId="1076"/>
          <ac:spMkLst>
            <pc:docMk/>
            <pc:sldMk cId="4013618474" sldId="272"/>
            <ac:spMk id="16" creationId="{A4089D52-2CEE-D8C7-30CA-E419382B4E2B}"/>
          </ac:spMkLst>
        </pc:spChg>
        <pc:spChg chg="add mod">
          <ac:chgData name="Alok Khatri" userId="1e6dd8495baa7988" providerId="LiveId" clId="{972C7444-8476-4517-A8EE-02221903B54C}" dt="2026-10-04T14:47:32.654" v="357" actId="1076"/>
          <ac:spMkLst>
            <pc:docMk/>
            <pc:sldMk cId="4013618474" sldId="272"/>
            <ac:spMk id="18" creationId="{3AC45509-4F74-338E-B78C-EBD4AA5B23D3}"/>
          </ac:spMkLst>
        </pc:spChg>
        <pc:spChg chg="add mod">
          <ac:chgData name="Alok Khatri" userId="1e6dd8495baa7988" providerId="LiveId" clId="{972C7444-8476-4517-A8EE-02221903B54C}" dt="2026-10-04T14:51:35.761" v="423" actId="113"/>
          <ac:spMkLst>
            <pc:docMk/>
            <pc:sldMk cId="4013618474" sldId="272"/>
            <ac:spMk id="20" creationId="{D92F4D55-72FF-346D-3849-A0F3BBA595A5}"/>
          </ac:spMkLst>
        </pc:spChg>
        <pc:spChg chg="add mod">
          <ac:chgData name="Alok Khatri" userId="1e6dd8495baa7988" providerId="LiveId" clId="{972C7444-8476-4517-A8EE-02221903B54C}" dt="2026-10-04T14:48:11.132" v="362" actId="1076"/>
          <ac:spMkLst>
            <pc:docMk/>
            <pc:sldMk cId="4013618474" sldId="272"/>
            <ac:spMk id="21" creationId="{3507E513-081F-028B-7A58-EB52F823E36F}"/>
          </ac:spMkLst>
        </pc:spChg>
        <pc:spChg chg="add mod">
          <ac:chgData name="Alok Khatri" userId="1e6dd8495baa7988" providerId="LiveId" clId="{972C7444-8476-4517-A8EE-02221903B54C}" dt="2026-10-04T14:48:55.020" v="376" actId="113"/>
          <ac:spMkLst>
            <pc:docMk/>
            <pc:sldMk cId="4013618474" sldId="272"/>
            <ac:spMk id="23" creationId="{708C5A05-64B9-47F5-C336-D867FC55D12C}"/>
          </ac:spMkLst>
        </pc:spChg>
        <pc:spChg chg="add mod">
          <ac:chgData name="Alok Khatri" userId="1e6dd8495baa7988" providerId="LiveId" clId="{972C7444-8476-4517-A8EE-02221903B54C}" dt="2026-10-04T14:49:17.599" v="384" actId="122"/>
          <ac:spMkLst>
            <pc:docMk/>
            <pc:sldMk cId="4013618474" sldId="272"/>
            <ac:spMk id="25" creationId="{D5397B51-6EE6-E2D2-0786-32183DB3992F}"/>
          </ac:spMkLst>
        </pc:spChg>
        <pc:graphicFrameChg chg="add del mod modGraphic">
          <ac:chgData name="Alok Khatri" userId="1e6dd8495baa7988" providerId="LiveId" clId="{972C7444-8476-4517-A8EE-02221903B54C}" dt="2026-10-04T14:47:28.508" v="356" actId="1076"/>
          <ac:graphicFrameMkLst>
            <pc:docMk/>
            <pc:sldMk cId="4013618474" sldId="272"/>
            <ac:graphicFrameMk id="14" creationId="{E3A238C3-4552-BACF-FA13-9F8CE73E033F}"/>
          </ac:graphicFrameMkLst>
        </pc:graphicFrameChg>
        <pc:graphicFrameChg chg="add mod modGraphic">
          <ac:chgData name="Alok Khatri" userId="1e6dd8495baa7988" providerId="LiveId" clId="{972C7444-8476-4517-A8EE-02221903B54C}" dt="2026-10-04T14:47:34.626" v="358" actId="1076"/>
          <ac:graphicFrameMkLst>
            <pc:docMk/>
            <pc:sldMk cId="4013618474" sldId="272"/>
            <ac:graphicFrameMk id="19" creationId="{303AC4F3-F021-B4AB-F1AA-28D083F0E0E4}"/>
          </ac:graphicFrameMkLst>
        </pc:graphicFrameChg>
        <pc:cxnChg chg="add mod">
          <ac:chgData name="Alok Khatri" userId="1e6dd8495baa7988" providerId="LiveId" clId="{972C7444-8476-4517-A8EE-02221903B54C}" dt="2026-10-04T14:51:52.201" v="425" actId="13822"/>
          <ac:cxnSpMkLst>
            <pc:docMk/>
            <pc:sldMk cId="4013618474" sldId="272"/>
            <ac:cxnSpMk id="24" creationId="{2C01600E-99FD-D51A-8B0A-3C4791FF051E}"/>
          </ac:cxnSpMkLst>
        </pc:cxnChg>
        <pc:cxnChg chg="add mod">
          <ac:chgData name="Alok Khatri" userId="1e6dd8495baa7988" providerId="LiveId" clId="{972C7444-8476-4517-A8EE-02221903B54C}" dt="2026-10-04T14:51:56.326" v="427" actId="1076"/>
          <ac:cxnSpMkLst>
            <pc:docMk/>
            <pc:sldMk cId="4013618474" sldId="272"/>
            <ac:cxnSpMk id="26" creationId="{3562BEC7-763B-0456-202E-1F3E80504BEF}"/>
          </ac:cxnSpMkLst>
        </pc:cxnChg>
        <pc:cxnChg chg="add mod">
          <ac:chgData name="Alok Khatri" userId="1e6dd8495baa7988" providerId="LiveId" clId="{972C7444-8476-4517-A8EE-02221903B54C}" dt="2026-10-04T14:51:59.102" v="429" actId="1076"/>
          <ac:cxnSpMkLst>
            <pc:docMk/>
            <pc:sldMk cId="4013618474" sldId="272"/>
            <ac:cxnSpMk id="27" creationId="{4F4614AC-525E-5DC9-A573-01B73119A50A}"/>
          </ac:cxnSpMkLst>
        </pc:cxnChg>
        <pc:cxnChg chg="add mod">
          <ac:chgData name="Alok Khatri" userId="1e6dd8495baa7988" providerId="LiveId" clId="{972C7444-8476-4517-A8EE-02221903B54C}" dt="2026-10-04T14:52:05.655" v="433" actId="1076"/>
          <ac:cxnSpMkLst>
            <pc:docMk/>
            <pc:sldMk cId="4013618474" sldId="272"/>
            <ac:cxnSpMk id="28" creationId="{5EE3BA42-9159-1741-B598-976D4E50406F}"/>
          </ac:cxnSpMkLst>
        </pc:cxnChg>
        <pc:cxnChg chg="add mod">
          <ac:chgData name="Alok Khatri" userId="1e6dd8495baa7988" providerId="LiveId" clId="{972C7444-8476-4517-A8EE-02221903B54C}" dt="2026-10-04T14:52:15.312" v="438" actId="14100"/>
          <ac:cxnSpMkLst>
            <pc:docMk/>
            <pc:sldMk cId="4013618474" sldId="272"/>
            <ac:cxnSpMk id="30" creationId="{1CFE602C-AA75-8111-96C9-32EBB08AA314}"/>
          </ac:cxnSpMkLst>
        </pc:cxnChg>
      </pc:sldChg>
      <pc:sldChg chg="add del ord setBg">
        <pc:chgData name="Alok Khatri" userId="1e6dd8495baa7988" providerId="LiveId" clId="{972C7444-8476-4517-A8EE-02221903B54C}" dt="2026-10-04T15:08:40.337" v="533" actId="47"/>
        <pc:sldMkLst>
          <pc:docMk/>
          <pc:sldMk cId="0" sldId="273"/>
        </pc:sldMkLst>
      </pc:sldChg>
      <pc:sldChg chg="modSp mod">
        <pc:chgData name="Alok Khatri" userId="1e6dd8495baa7988" providerId="LiveId" clId="{972C7444-8476-4517-A8EE-02221903B54C}" dt="2026-10-04T15:10:15.524" v="572" actId="14100"/>
        <pc:sldMkLst>
          <pc:docMk/>
          <pc:sldMk cId="1836106485" sldId="275"/>
        </pc:sldMkLst>
        <pc:spChg chg="mod">
          <ac:chgData name="Alok Khatri" userId="1e6dd8495baa7988" providerId="LiveId" clId="{972C7444-8476-4517-A8EE-02221903B54C}" dt="2026-10-04T15:09:55.040" v="568" actId="1076"/>
          <ac:spMkLst>
            <pc:docMk/>
            <pc:sldMk cId="1836106485" sldId="275"/>
            <ac:spMk id="2" creationId="{810C94EB-271C-EDC9-1CA8-872384D1DF56}"/>
          </ac:spMkLst>
        </pc:spChg>
        <pc:spChg chg="mod">
          <ac:chgData name="Alok Khatri" userId="1e6dd8495baa7988" providerId="LiveId" clId="{972C7444-8476-4517-A8EE-02221903B54C}" dt="2026-10-04T15:09:48.427" v="567" actId="14100"/>
          <ac:spMkLst>
            <pc:docMk/>
            <pc:sldMk cId="1836106485" sldId="275"/>
            <ac:spMk id="6" creationId="{172620A2-8214-6F06-A25C-007CB4E0BB30}"/>
          </ac:spMkLst>
        </pc:spChg>
        <pc:spChg chg="mod">
          <ac:chgData name="Alok Khatri" userId="1e6dd8495baa7988" providerId="LiveId" clId="{972C7444-8476-4517-A8EE-02221903B54C}" dt="2026-10-04T15:10:08.667" v="571" actId="1076"/>
          <ac:spMkLst>
            <pc:docMk/>
            <pc:sldMk cId="1836106485" sldId="275"/>
            <ac:spMk id="25" creationId="{0D93E606-E2E1-1852-9D98-DDE40B7F9C68}"/>
          </ac:spMkLst>
        </pc:spChg>
        <pc:spChg chg="mod">
          <ac:chgData name="Alok Khatri" userId="1e6dd8495baa7988" providerId="LiveId" clId="{972C7444-8476-4517-A8EE-02221903B54C}" dt="2026-10-04T15:10:15.524" v="572" actId="14100"/>
          <ac:spMkLst>
            <pc:docMk/>
            <pc:sldMk cId="1836106485" sldId="275"/>
            <ac:spMk id="27" creationId="{C4EBB315-905F-22A1-960C-06DF03FB57CC}"/>
          </ac:spMkLst>
        </pc:spChg>
        <pc:spChg chg="mod">
          <ac:chgData name="Alok Khatri" userId="1e6dd8495baa7988" providerId="LiveId" clId="{972C7444-8476-4517-A8EE-02221903B54C}" dt="2026-10-04T15:09:59.830" v="569" actId="1076"/>
          <ac:spMkLst>
            <pc:docMk/>
            <pc:sldMk cId="1836106485" sldId="275"/>
            <ac:spMk id="28" creationId="{A74CE7E7-CD5D-2C1D-8359-328AEF3A72D2}"/>
          </ac:spMkLst>
        </pc:spChg>
      </pc:sldChg>
      <pc:sldChg chg="addSp modSp new mod">
        <pc:chgData name="Alok Khatri" userId="1e6dd8495baa7988" providerId="LiveId" clId="{972C7444-8476-4517-A8EE-02221903B54C}" dt="2026-10-04T15:03:34.579" v="505" actId="1076"/>
        <pc:sldMkLst>
          <pc:docMk/>
          <pc:sldMk cId="3093922759" sldId="276"/>
        </pc:sldMkLst>
        <pc:spChg chg="add">
          <ac:chgData name="Alok Khatri" userId="1e6dd8495baa7988" providerId="LiveId" clId="{972C7444-8476-4517-A8EE-02221903B54C}" dt="2026-10-04T14:56:45.793" v="440" actId="22"/>
          <ac:spMkLst>
            <pc:docMk/>
            <pc:sldMk cId="3093922759" sldId="276"/>
            <ac:spMk id="3" creationId="{F54D87F5-103D-5CDA-AD3F-9C84FFDC76CC}"/>
          </ac:spMkLst>
        </pc:spChg>
        <pc:spChg chg="add mod">
          <ac:chgData name="Alok Khatri" userId="1e6dd8495baa7988" providerId="LiveId" clId="{972C7444-8476-4517-A8EE-02221903B54C}" dt="2026-10-04T14:58:34.377" v="444" actId="113"/>
          <ac:spMkLst>
            <pc:docMk/>
            <pc:sldMk cId="3093922759" sldId="276"/>
            <ac:spMk id="5" creationId="{1416CF12-3048-1973-5DE7-11E98356A0E8}"/>
          </ac:spMkLst>
        </pc:spChg>
        <pc:spChg chg="add mod">
          <ac:chgData name="Alok Khatri" userId="1e6dd8495baa7988" providerId="LiveId" clId="{972C7444-8476-4517-A8EE-02221903B54C}" dt="2026-10-04T15:01:57.788" v="484" actId="14100"/>
          <ac:spMkLst>
            <pc:docMk/>
            <pc:sldMk cId="3093922759" sldId="276"/>
            <ac:spMk id="7" creationId="{6AB5B51B-DB96-BBB4-AD7B-5DFAB17DB1FE}"/>
          </ac:spMkLst>
        </pc:spChg>
        <pc:spChg chg="add mod">
          <ac:chgData name="Alok Khatri" userId="1e6dd8495baa7988" providerId="LiveId" clId="{972C7444-8476-4517-A8EE-02221903B54C}" dt="2026-10-04T15:02:08.786" v="487" actId="113"/>
          <ac:spMkLst>
            <pc:docMk/>
            <pc:sldMk cId="3093922759" sldId="276"/>
            <ac:spMk id="9" creationId="{776403D9-F3BB-056F-86F1-335C8EA802F3}"/>
          </ac:spMkLst>
        </pc:spChg>
        <pc:spChg chg="add mod">
          <ac:chgData name="Alok Khatri" userId="1e6dd8495baa7988" providerId="LiveId" clId="{972C7444-8476-4517-A8EE-02221903B54C}" dt="2026-10-04T15:02:24.455" v="492" actId="1076"/>
          <ac:spMkLst>
            <pc:docMk/>
            <pc:sldMk cId="3093922759" sldId="276"/>
            <ac:spMk id="11" creationId="{A34BAE98-77B8-1413-F98F-3FC6A48C61E7}"/>
          </ac:spMkLst>
        </pc:spChg>
        <pc:spChg chg="add mod">
          <ac:chgData name="Alok Khatri" userId="1e6dd8495baa7988" providerId="LiveId" clId="{972C7444-8476-4517-A8EE-02221903B54C}" dt="2026-10-04T15:03:34.579" v="505" actId="1076"/>
          <ac:spMkLst>
            <pc:docMk/>
            <pc:sldMk cId="3093922759" sldId="276"/>
            <ac:spMk id="13" creationId="{D8D3A396-82D1-6F89-E89B-F639ADCA45B3}"/>
          </ac:spMkLst>
        </pc:spChg>
      </pc:sldChg>
      <pc:sldChg chg="addSp modSp new mod">
        <pc:chgData name="Alok Khatri" userId="1e6dd8495baa7988" providerId="LiveId" clId="{972C7444-8476-4517-A8EE-02221903B54C}" dt="2026-10-04T15:08:19.577" v="532" actId="123"/>
        <pc:sldMkLst>
          <pc:docMk/>
          <pc:sldMk cId="3196339707" sldId="277"/>
        </pc:sldMkLst>
        <pc:spChg chg="add">
          <ac:chgData name="Alok Khatri" userId="1e6dd8495baa7988" providerId="LiveId" clId="{972C7444-8476-4517-A8EE-02221903B54C}" dt="2026-10-04T15:03:58.622" v="507" actId="22"/>
          <ac:spMkLst>
            <pc:docMk/>
            <pc:sldMk cId="3196339707" sldId="277"/>
            <ac:spMk id="3" creationId="{E9CBA5AC-A542-937F-1937-8E3ADDA07CFB}"/>
          </ac:spMkLst>
        </pc:spChg>
        <pc:spChg chg="add mod">
          <ac:chgData name="Alok Khatri" userId="1e6dd8495baa7988" providerId="LiveId" clId="{972C7444-8476-4517-A8EE-02221903B54C}" dt="2026-10-04T15:06:54.119" v="510" actId="113"/>
          <ac:spMkLst>
            <pc:docMk/>
            <pc:sldMk cId="3196339707" sldId="277"/>
            <ac:spMk id="5" creationId="{3FE8C821-FBA2-AA77-3245-65DD559B9036}"/>
          </ac:spMkLst>
        </pc:spChg>
        <pc:spChg chg="add mod">
          <ac:chgData name="Alok Khatri" userId="1e6dd8495baa7988" providerId="LiveId" clId="{972C7444-8476-4517-A8EE-02221903B54C}" dt="2026-10-04T15:08:19.577" v="532" actId="123"/>
          <ac:spMkLst>
            <pc:docMk/>
            <pc:sldMk cId="3196339707" sldId="277"/>
            <ac:spMk id="7" creationId="{8742E91C-381A-E74D-14D2-3D2489E8420C}"/>
          </ac:spMkLst>
        </pc:spChg>
      </pc:sldChg>
      <pc:sldChg chg="addSp modSp new mod ord">
        <pc:chgData name="Alok Khatri" userId="1e6dd8495baa7988" providerId="LiveId" clId="{972C7444-8476-4517-A8EE-02221903B54C}" dt="2026-10-04T15:09:23.770" v="564" actId="1076"/>
        <pc:sldMkLst>
          <pc:docMk/>
          <pc:sldMk cId="2818255936" sldId="278"/>
        </pc:sldMkLst>
        <pc:spChg chg="add">
          <ac:chgData name="Alok Khatri" userId="1e6dd8495baa7988" providerId="LiveId" clId="{972C7444-8476-4517-A8EE-02221903B54C}" dt="2026-10-04T15:09:03.030" v="537" actId="22"/>
          <ac:spMkLst>
            <pc:docMk/>
            <pc:sldMk cId="2818255936" sldId="278"/>
            <ac:spMk id="3" creationId="{82F4B4AA-B9A0-F775-9A10-E57960DC4634}"/>
          </ac:spMkLst>
        </pc:spChg>
        <pc:spChg chg="add mod">
          <ac:chgData name="Alok Khatri" userId="1e6dd8495baa7988" providerId="LiveId" clId="{972C7444-8476-4517-A8EE-02221903B54C}" dt="2026-10-04T15:09:23.770" v="564" actId="1076"/>
          <ac:spMkLst>
            <pc:docMk/>
            <pc:sldMk cId="2818255936" sldId="278"/>
            <ac:spMk id="4" creationId="{248FDA07-70AF-2E12-1580-0ABECC440407}"/>
          </ac:spMkLst>
        </pc:spChg>
      </pc:sldChg>
      <pc:sldMasterChg chg="delSldLayout">
        <pc:chgData name="Alok Khatri" userId="1e6dd8495baa7988" providerId="LiveId" clId="{972C7444-8476-4517-A8EE-02221903B54C}" dt="2026-10-04T15:08:40.337" v="533" actId="47"/>
        <pc:sldMasterMkLst>
          <pc:docMk/>
          <pc:sldMasterMk cId="0" sldId="2147483648"/>
        </pc:sldMasterMkLst>
        <pc:sldLayoutChg chg="del">
          <pc:chgData name="Alok Khatri" userId="1e6dd8495baa7988" providerId="LiveId" clId="{972C7444-8476-4517-A8EE-02221903B54C}" dt="2026-10-04T15:08:40.337" v="533" actId="47"/>
          <pc:sldLayoutMkLst>
            <pc:docMk/>
            <pc:sldMasterMk cId="0" sldId="2147483648"/>
            <pc:sldLayoutMk cId="4006092967" sldId="2147483652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068317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B2682C-791F-68E3-19F6-9B35B8D134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A985C3-0FB7-88DF-51F4-3572B73799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C03B2C-2A49-CB67-06D3-A61790E176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094799-F4D6-548B-E6C3-8348D0CFB7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4607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8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8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microsoft.com/office/2007/relationships/hdphoto" Target="../media/hdphoto1.wdp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7.png"/><Relationship Id="rId4" Type="http://schemas.microsoft.com/office/2007/relationships/hdphoto" Target="../media/hdphoto2.wdp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8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5" Type="http://schemas.openxmlformats.org/officeDocument/2006/relationships/image" Target="../media/image6.png"/><Relationship Id="rId4" Type="http://schemas.microsoft.com/office/2007/relationships/hdphoto" Target="../media/hdphoto3.wdp"/><Relationship Id="rId9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5" Type="http://schemas.openxmlformats.org/officeDocument/2006/relationships/image" Target="../media/image7.png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25A1C"/>
          </a:solidFill>
          <a:ln w="12700">
            <a:solidFill>
              <a:srgbClr val="E25A1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1" y="1966839"/>
            <a:ext cx="6949440" cy="604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>
                <a:solidFill>
                  <a:srgbClr val="FFFFFF"/>
                </a:solidFill>
              </a:rPr>
              <a:t>Apache Spark</a:t>
            </a:r>
            <a:r>
              <a:rPr lang="en-US" sz="4000"/>
              <a:t> </a:t>
            </a:r>
            <a:r>
              <a:rPr lang="en-US" sz="4000" b="1">
                <a:solidFill>
                  <a:srgbClr val="FFFFFF"/>
                </a:solidFill>
              </a:rPr>
              <a:t>Architecture</a:t>
            </a:r>
            <a:endParaRPr lang="en-US" sz="4000"/>
          </a:p>
        </p:txBody>
      </p:sp>
      <p:sp>
        <p:nvSpPr>
          <p:cNvPr id="4" name="Text 2"/>
          <p:cNvSpPr txBox="1"/>
          <p:nvPr/>
        </p:nvSpPr>
        <p:spPr>
          <a:xfrm>
            <a:off x="640080" y="2642089"/>
            <a:ext cx="6731391" cy="365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>
                <a:solidFill>
                  <a:srgbClr val="C9D3E3"/>
                </a:solidFill>
              </a:rPr>
              <a:t>Fast, scalable, fault-tolerant distributed data processing</a:t>
            </a:r>
            <a:endParaRPr lang="en-US" sz="1600"/>
          </a:p>
        </p:txBody>
      </p:sp>
      <p:sp>
        <p:nvSpPr>
          <p:cNvPr id="5" name="Text 3"/>
          <p:cNvSpPr txBox="1"/>
          <p:nvPr/>
        </p:nvSpPr>
        <p:spPr>
          <a:xfrm>
            <a:off x="640080" y="3341077"/>
            <a:ext cx="4389120" cy="1139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200" b="1">
                <a:solidFill>
                  <a:schemeClr val="bg1"/>
                </a:solidFill>
              </a:rPr>
              <a:t>Presented By</a:t>
            </a:r>
            <a:endParaRPr lang="en-IN" sz="1200">
              <a:solidFill>
                <a:schemeClr val="bg1"/>
              </a:solidFill>
            </a:endParaRPr>
          </a:p>
          <a:p>
            <a:pPr lvl="0"/>
            <a:r>
              <a:rPr lang="en-IN" sz="1200">
                <a:solidFill>
                  <a:schemeClr val="bg1"/>
                </a:solidFill>
              </a:rPr>
              <a:t>Alok Khatri</a:t>
            </a:r>
          </a:p>
          <a:p>
            <a:pPr lvl="0"/>
            <a:r>
              <a:rPr lang="en-IN" sz="1200">
                <a:solidFill>
                  <a:schemeClr val="bg1"/>
                </a:solidFill>
              </a:rPr>
              <a:t>Nandini Londhe</a:t>
            </a:r>
          </a:p>
          <a:p>
            <a:pPr lvl="0"/>
            <a:r>
              <a:rPr lang="en-IN" sz="1200">
                <a:solidFill>
                  <a:schemeClr val="bg1"/>
                </a:solidFill>
              </a:rPr>
              <a:t>Samiksha Ingole</a:t>
            </a:r>
          </a:p>
          <a:p>
            <a:pPr lvl="0"/>
            <a:r>
              <a:rPr lang="en-IN" sz="1200">
                <a:solidFill>
                  <a:schemeClr val="bg1"/>
                </a:solidFill>
              </a:rPr>
              <a:t>Omkar Gaikwad</a:t>
            </a:r>
          </a:p>
          <a:p>
            <a:pPr marL="0" indent="0">
              <a:buNone/>
            </a:pPr>
            <a:endParaRPr lang="en-US" sz="12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25A1C"/>
          </a:solidFill>
          <a:ln w="12700">
            <a:solidFill>
              <a:srgbClr val="E25A1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436098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B1F3A"/>
                </a:solidFill>
              </a:rPr>
              <a:t>Introduction to Apache Spark</a:t>
            </a:r>
            <a:endParaRPr lang="en-US" sz="2800"/>
          </a:p>
        </p:txBody>
      </p:sp>
      <p:sp>
        <p:nvSpPr>
          <p:cNvPr id="5" name="Shape 3"/>
          <p:cNvSpPr/>
          <p:nvPr/>
        </p:nvSpPr>
        <p:spPr>
          <a:xfrm>
            <a:off x="400929" y="4334312"/>
            <a:ext cx="8468751" cy="420568"/>
          </a:xfrm>
          <a:prstGeom prst="roundRect">
            <a:avLst>
              <a:gd name="adj" fmla="val 13333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65170" y="4309694"/>
            <a:ext cx="8421624" cy="420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400">
                <a:solidFill>
                  <a:schemeClr val="bg1"/>
                </a:solidFill>
              </a:rPr>
              <a:t>Apache Spark enables parallel processing of large datasets across multiple machines for fast and scalable analytics.</a:t>
            </a:r>
            <a:endParaRPr lang="en-US" sz="1300">
              <a:solidFill>
                <a:schemeClr val="bg1"/>
              </a:solidFill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A6B8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2E0830-4F61-2E34-67D2-70D3D6422BE0}"/>
              </a:ext>
            </a:extLst>
          </p:cNvPr>
          <p:cNvSpPr/>
          <p:nvPr/>
        </p:nvSpPr>
        <p:spPr>
          <a:xfrm>
            <a:off x="548641" y="868680"/>
            <a:ext cx="4023360" cy="2148839"/>
          </a:xfrm>
          <a:prstGeom prst="roundRect">
            <a:avLst>
              <a:gd name="adj" fmla="val 9803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A750EBF-09C6-9AD1-B27E-60B44C72C593}"/>
              </a:ext>
            </a:extLst>
          </p:cNvPr>
          <p:cNvSpPr txBox="1"/>
          <p:nvPr/>
        </p:nvSpPr>
        <p:spPr>
          <a:xfrm>
            <a:off x="548640" y="833806"/>
            <a:ext cx="3882683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2400" b="1">
                <a:solidFill>
                  <a:srgbClr val="002060"/>
                </a:solidFill>
              </a:rPr>
              <a:t>What is Apache Spark?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>
                <a:solidFill>
                  <a:srgbClr val="002060"/>
                </a:solidFill>
              </a:rPr>
              <a:t>Open-source distributed processing framework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>
                <a:solidFill>
                  <a:srgbClr val="002060"/>
                </a:solidFill>
              </a:rPr>
              <a:t>Designed for large-scale data processing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>
                <a:solidFill>
                  <a:srgbClr val="002060"/>
                </a:solidFill>
              </a:rPr>
              <a:t>Uses in-memory computation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>
                <a:solidFill>
                  <a:srgbClr val="002060"/>
                </a:solidFill>
              </a:rPr>
              <a:t>Faster than Hadoop MapReduce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>
                <a:solidFill>
                  <a:srgbClr val="002060"/>
                </a:solidFill>
              </a:rPr>
              <a:t>Supports SQL, ML, Streaming &amp; Graph Analytics</a:t>
            </a:r>
          </a:p>
          <a:p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10096F3-8BD6-5298-493F-8BDBBD041E9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283" t="69436" r="50000" b="10592"/>
          <a:stretch>
            <a:fillRect/>
          </a:stretch>
        </p:blipFill>
        <p:spPr>
          <a:xfrm>
            <a:off x="544420" y="3174117"/>
            <a:ext cx="4023360" cy="947717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E71482E5-CF44-614D-52B3-5498F89AD16A}"/>
              </a:ext>
            </a:extLst>
          </p:cNvPr>
          <p:cNvGrpSpPr/>
          <p:nvPr/>
        </p:nvGrpSpPr>
        <p:grpSpPr>
          <a:xfrm>
            <a:off x="4567780" y="902822"/>
            <a:ext cx="4525935" cy="2773094"/>
            <a:chOff x="4618065" y="678365"/>
            <a:chExt cx="4525935" cy="2773094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78C57603-3D19-6589-B994-79B6B2588A2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618065" y="678365"/>
              <a:ext cx="4525935" cy="2773094"/>
            </a:xfrm>
            <a:prstGeom prst="rect">
              <a:avLst/>
            </a:prstGeom>
          </p:spPr>
        </p:pic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25227B7F-81B4-8125-8AE1-0FFDC7E70A6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259559" y="1326759"/>
              <a:ext cx="1415562" cy="141556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25A1C"/>
          </a:solidFill>
          <a:ln w="12700">
            <a:solidFill>
              <a:srgbClr val="E25A1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B1F3A"/>
                </a:solidFill>
              </a:rPr>
              <a:t>Why Spark is Needed</a:t>
            </a:r>
            <a:endParaRPr lang="en-US" sz="28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A6B8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D372264A-6641-ECDD-F555-8F3B9DEAA403}"/>
              </a:ext>
            </a:extLst>
          </p:cNvPr>
          <p:cNvSpPr/>
          <p:nvPr/>
        </p:nvSpPr>
        <p:spPr>
          <a:xfrm>
            <a:off x="222971" y="960120"/>
            <a:ext cx="3258784" cy="3279236"/>
          </a:xfrm>
          <a:prstGeom prst="roundRect">
            <a:avLst>
              <a:gd name="adj" fmla="val 7599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Shape 3">
            <a:extLst>
              <a:ext uri="{FF2B5EF4-FFF2-40B4-BE49-F238E27FC236}">
                <a16:creationId xmlns:a16="http://schemas.microsoft.com/office/drawing/2014/main" id="{5E15002C-2BDC-0D02-F8D0-640B62E81068}"/>
              </a:ext>
            </a:extLst>
          </p:cNvPr>
          <p:cNvSpPr/>
          <p:nvPr/>
        </p:nvSpPr>
        <p:spPr>
          <a:xfrm>
            <a:off x="400929" y="4334312"/>
            <a:ext cx="8468751" cy="420568"/>
          </a:xfrm>
          <a:prstGeom prst="roundRect">
            <a:avLst>
              <a:gd name="adj" fmla="val 13333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1" name="Text 4">
            <a:extLst>
              <a:ext uri="{FF2B5EF4-FFF2-40B4-BE49-F238E27FC236}">
                <a16:creationId xmlns:a16="http://schemas.microsoft.com/office/drawing/2014/main" id="{90979061-E4C3-0DA2-99ED-E654C8CB8376}"/>
              </a:ext>
            </a:extLst>
          </p:cNvPr>
          <p:cNvSpPr txBox="1"/>
          <p:nvPr/>
        </p:nvSpPr>
        <p:spPr>
          <a:xfrm>
            <a:off x="565170" y="4309694"/>
            <a:ext cx="8421624" cy="420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400">
                <a:solidFill>
                  <a:schemeClr val="bg1"/>
                </a:solidFill>
              </a:rPr>
              <a:t>Spark distributes data across multiple machines for faster, scalable, and fault-tolerant processing.</a:t>
            </a:r>
            <a:endParaRPr lang="en-US" sz="1300">
              <a:solidFill>
                <a:schemeClr val="bg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2E71835D-8F17-29B8-98E4-88FCC3DC1274}"/>
              </a:ext>
            </a:extLst>
          </p:cNvPr>
          <p:cNvSpPr/>
          <p:nvPr/>
        </p:nvSpPr>
        <p:spPr>
          <a:xfrm>
            <a:off x="5728010" y="960120"/>
            <a:ext cx="3258784" cy="3279236"/>
          </a:xfrm>
          <a:prstGeom prst="roundRect">
            <a:avLst>
              <a:gd name="adj" fmla="val 7599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CA7D2FF-89FB-B20E-E2D8-5F7DEC230F2B}"/>
              </a:ext>
            </a:extLst>
          </p:cNvPr>
          <p:cNvSpPr txBox="1"/>
          <p:nvPr/>
        </p:nvSpPr>
        <p:spPr>
          <a:xfrm>
            <a:off x="250052" y="1009358"/>
            <a:ext cx="3204621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>
                <a:solidFill>
                  <a:srgbClr val="C00000"/>
                </a:solidFill>
              </a:rPr>
              <a:t>Challenges of Traditional Data Processing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>
                <a:solidFill>
                  <a:srgbClr val="C00000"/>
                </a:solidFill>
              </a:rPr>
              <a:t>Limited Memory</a:t>
            </a:r>
            <a:br>
              <a:rPr lang="en-IN" sz="1400">
                <a:solidFill>
                  <a:srgbClr val="C00000"/>
                </a:solidFill>
              </a:rPr>
            </a:br>
            <a:r>
              <a:rPr lang="en-IN" sz="1400">
                <a:solidFill>
                  <a:srgbClr val="C00000"/>
                </a:solidFill>
              </a:rPr>
              <a:t>Large datasets exceed system memory.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>
                <a:solidFill>
                  <a:srgbClr val="C00000"/>
                </a:solidFill>
              </a:rPr>
              <a:t>Slow Processing</a:t>
            </a:r>
            <a:br>
              <a:rPr lang="en-IN" sz="1400">
                <a:solidFill>
                  <a:srgbClr val="C00000"/>
                </a:solidFill>
              </a:rPr>
            </a:br>
            <a:r>
              <a:rPr lang="en-IN" sz="1400">
                <a:solidFill>
                  <a:srgbClr val="C00000"/>
                </a:solidFill>
              </a:rPr>
              <a:t>Sequential execution increases processing time.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>
                <a:solidFill>
                  <a:srgbClr val="C00000"/>
                </a:solidFill>
              </a:rPr>
              <a:t>Scalability Issues</a:t>
            </a:r>
            <a:br>
              <a:rPr lang="en-IN" sz="1400">
                <a:solidFill>
                  <a:srgbClr val="C00000"/>
                </a:solidFill>
              </a:rPr>
            </a:br>
            <a:r>
              <a:rPr lang="en-IN" sz="1400">
                <a:solidFill>
                  <a:srgbClr val="C00000"/>
                </a:solidFill>
              </a:rPr>
              <a:t>Difficult to handle growing data volumes.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>
                <a:solidFill>
                  <a:srgbClr val="C00000"/>
                </a:solidFill>
              </a:rPr>
              <a:t>Single Point of Failure</a:t>
            </a:r>
            <a:br>
              <a:rPr lang="en-IN" sz="1400">
                <a:solidFill>
                  <a:srgbClr val="C00000"/>
                </a:solidFill>
              </a:rPr>
            </a:br>
            <a:r>
              <a:rPr lang="en-IN" sz="1400">
                <a:solidFill>
                  <a:srgbClr val="C00000"/>
                </a:solidFill>
              </a:rPr>
              <a:t>System failure can stop the entire process.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000" b="1">
              <a:solidFill>
                <a:srgbClr val="C00000"/>
              </a:solidFill>
            </a:endParaRPr>
          </a:p>
          <a:p>
            <a:endParaRPr lang="en-IN" b="1">
              <a:solidFill>
                <a:srgbClr val="C00000"/>
              </a:solidFill>
            </a:endParaRPr>
          </a:p>
          <a:p>
            <a:endParaRPr lang="en-IN" b="1">
              <a:solidFill>
                <a:srgbClr val="C00000"/>
              </a:solidFill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4AEF0496-5AF0-3C43-79A6-5C2165BA5140}"/>
              </a:ext>
            </a:extLst>
          </p:cNvPr>
          <p:cNvSpPr/>
          <p:nvPr/>
        </p:nvSpPr>
        <p:spPr>
          <a:xfrm>
            <a:off x="3664634" y="984738"/>
            <a:ext cx="1814732" cy="6858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>
                <a:solidFill>
                  <a:schemeClr val="tx1"/>
                </a:solidFill>
              </a:rPr>
              <a:t>Large Dataset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B44184F3-91BC-F0CD-78D0-6F9C61D5171E}"/>
              </a:ext>
            </a:extLst>
          </p:cNvPr>
          <p:cNvSpPr/>
          <p:nvPr/>
        </p:nvSpPr>
        <p:spPr>
          <a:xfrm>
            <a:off x="3664634" y="1857506"/>
            <a:ext cx="1814732" cy="6858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>
                <a:solidFill>
                  <a:schemeClr val="tx1"/>
                </a:solidFill>
              </a:rPr>
              <a:t>Data Partitioning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3F26EEB2-D924-0967-9556-536AE471A1B2}"/>
              </a:ext>
            </a:extLst>
          </p:cNvPr>
          <p:cNvSpPr/>
          <p:nvPr/>
        </p:nvSpPr>
        <p:spPr>
          <a:xfrm>
            <a:off x="3664634" y="2726508"/>
            <a:ext cx="1814732" cy="68580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>
                <a:solidFill>
                  <a:schemeClr val="tx1"/>
                </a:solidFill>
              </a:rPr>
              <a:t>Parallel Processing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3EF4A0DB-001D-693A-D503-BB49D2EFA78D}"/>
              </a:ext>
            </a:extLst>
          </p:cNvPr>
          <p:cNvSpPr/>
          <p:nvPr/>
        </p:nvSpPr>
        <p:spPr>
          <a:xfrm>
            <a:off x="3664634" y="3595510"/>
            <a:ext cx="1814732" cy="68580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0" name="Graphic 39">
            <a:extLst>
              <a:ext uri="{FF2B5EF4-FFF2-40B4-BE49-F238E27FC236}">
                <a16:creationId xmlns:a16="http://schemas.microsoft.com/office/drawing/2014/main" id="{DCFEBDDD-CA39-AE87-75C0-768182940D8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85553" y="3337534"/>
            <a:ext cx="1172893" cy="1172893"/>
          </a:xfrm>
          <a:prstGeom prst="rect">
            <a:avLst/>
          </a:prstGeom>
        </p:spPr>
      </p:pic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C52D964D-CC29-50C6-7928-E70C3D64941F}"/>
              </a:ext>
            </a:extLst>
          </p:cNvPr>
          <p:cNvCxnSpPr>
            <a:stCxn id="32" idx="2"/>
            <a:endCxn id="34" idx="0"/>
          </p:cNvCxnSpPr>
          <p:nvPr/>
        </p:nvCxnSpPr>
        <p:spPr>
          <a:xfrm>
            <a:off x="4572000" y="1670538"/>
            <a:ext cx="0" cy="18696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76BF8E55-9319-CBAA-0539-874373C59148}"/>
              </a:ext>
            </a:extLst>
          </p:cNvPr>
          <p:cNvCxnSpPr>
            <a:cxnSpLocks/>
            <a:stCxn id="34" idx="2"/>
          </p:cNvCxnSpPr>
          <p:nvPr/>
        </p:nvCxnSpPr>
        <p:spPr>
          <a:xfrm flipH="1">
            <a:off x="4571999" y="2543306"/>
            <a:ext cx="1" cy="18320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9AD87E52-C384-1B18-9D6B-C7678677D005}"/>
              </a:ext>
            </a:extLst>
          </p:cNvPr>
          <p:cNvCxnSpPr/>
          <p:nvPr/>
        </p:nvCxnSpPr>
        <p:spPr>
          <a:xfrm>
            <a:off x="4572000" y="3412308"/>
            <a:ext cx="0" cy="18696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06B400CE-7E8B-7AF3-54C8-30B024B9E3C3}"/>
              </a:ext>
            </a:extLst>
          </p:cNvPr>
          <p:cNvSpPr txBox="1"/>
          <p:nvPr/>
        </p:nvSpPr>
        <p:spPr>
          <a:xfrm>
            <a:off x="5744893" y="960120"/>
            <a:ext cx="3204621" cy="36779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IN" b="1">
                <a:solidFill>
                  <a:schemeClr val="accent6">
                    <a:lumMod val="50000"/>
                  </a:schemeClr>
                </a:solidFill>
              </a:rPr>
              <a:t>Benefits of Apache Spark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>
                <a:solidFill>
                  <a:schemeClr val="accent6">
                    <a:lumMod val="50000"/>
                  </a:schemeClr>
                </a:solidFill>
              </a:rPr>
              <a:t>Distributed Processing</a:t>
            </a:r>
            <a:br>
              <a:rPr lang="en-IN" sz="1400">
                <a:solidFill>
                  <a:schemeClr val="accent6">
                    <a:lumMod val="50000"/>
                  </a:schemeClr>
                </a:solidFill>
              </a:rPr>
            </a:br>
            <a:r>
              <a:rPr lang="en-IN" sz="1400">
                <a:solidFill>
                  <a:schemeClr val="accent6">
                    <a:lumMod val="50000"/>
                  </a:schemeClr>
                </a:solidFill>
              </a:rPr>
              <a:t>Workload distributed across multiple nodes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>
                <a:solidFill>
                  <a:schemeClr val="accent6">
                    <a:lumMod val="50000"/>
                  </a:schemeClr>
                </a:solidFill>
              </a:rPr>
              <a:t>Scalability</a:t>
            </a:r>
            <a:br>
              <a:rPr lang="en-IN" sz="1400">
                <a:solidFill>
                  <a:schemeClr val="accent6">
                    <a:lumMod val="50000"/>
                  </a:schemeClr>
                </a:solidFill>
              </a:rPr>
            </a:br>
            <a:r>
              <a:rPr lang="en-IN" sz="1400">
                <a:solidFill>
                  <a:schemeClr val="accent6">
                    <a:lumMod val="50000"/>
                  </a:schemeClr>
                </a:solidFill>
              </a:rPr>
              <a:t>Easily handles growing datasets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>
                <a:solidFill>
                  <a:schemeClr val="accent6">
                    <a:lumMod val="50000"/>
                  </a:schemeClr>
                </a:solidFill>
              </a:rPr>
              <a:t>Fault Tolerance</a:t>
            </a:r>
            <a:br>
              <a:rPr lang="en-IN" sz="1400">
                <a:solidFill>
                  <a:schemeClr val="accent6">
                    <a:lumMod val="50000"/>
                  </a:schemeClr>
                </a:solidFill>
              </a:rPr>
            </a:br>
            <a:r>
              <a:rPr lang="en-IN" sz="1400">
                <a:solidFill>
                  <a:schemeClr val="accent6">
                    <a:lumMod val="50000"/>
                  </a:schemeClr>
                </a:solidFill>
              </a:rPr>
              <a:t>Automatic recovery from failures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>
                <a:solidFill>
                  <a:schemeClr val="accent6">
                    <a:lumMod val="50000"/>
                  </a:schemeClr>
                </a:solidFill>
              </a:rPr>
              <a:t>In-Memory Computing</a:t>
            </a:r>
            <a:br>
              <a:rPr lang="en-IN" sz="1400">
                <a:solidFill>
                  <a:schemeClr val="accent6">
                    <a:lumMod val="50000"/>
                  </a:schemeClr>
                </a:solidFill>
              </a:rPr>
            </a:br>
            <a:r>
              <a:rPr lang="en-IN" sz="1400">
                <a:solidFill>
                  <a:schemeClr val="accent6">
                    <a:lumMod val="50000"/>
                  </a:schemeClr>
                </a:solidFill>
              </a:rPr>
              <a:t>Reduces disk I/O operations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>
                <a:solidFill>
                  <a:schemeClr val="accent6">
                    <a:lumMod val="50000"/>
                  </a:schemeClr>
                </a:solidFill>
              </a:rPr>
              <a:t>High Performance</a:t>
            </a:r>
            <a:br>
              <a:rPr lang="en-IN" sz="1400">
                <a:solidFill>
                  <a:schemeClr val="accent6">
                    <a:lumMod val="50000"/>
                  </a:schemeClr>
                </a:solidFill>
              </a:rPr>
            </a:br>
            <a:r>
              <a:rPr lang="en-IN" sz="1400">
                <a:solidFill>
                  <a:schemeClr val="accent6">
                    <a:lumMod val="50000"/>
                  </a:schemeClr>
                </a:solidFill>
              </a:rPr>
              <a:t>Faster than traditional MapReduce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000" b="1">
              <a:solidFill>
                <a:srgbClr val="C00000"/>
              </a:solidFill>
            </a:endParaRPr>
          </a:p>
          <a:p>
            <a:endParaRPr lang="en-IN" b="1">
              <a:solidFill>
                <a:srgbClr val="C00000"/>
              </a:solidFill>
            </a:endParaRPr>
          </a:p>
          <a:p>
            <a:endParaRPr lang="en-IN" b="1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25A1C"/>
          </a:solidFill>
          <a:ln w="12700">
            <a:solidFill>
              <a:srgbClr val="E25A1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B1F3A"/>
                </a:solidFill>
              </a:rPr>
              <a:t>Distributed Computing Fundamentals</a:t>
            </a:r>
            <a:endParaRPr lang="en-US" sz="28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A6B8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  <p:sp>
        <p:nvSpPr>
          <p:cNvPr id="8" name="Shape 3">
            <a:extLst>
              <a:ext uri="{FF2B5EF4-FFF2-40B4-BE49-F238E27FC236}">
                <a16:creationId xmlns:a16="http://schemas.microsoft.com/office/drawing/2014/main" id="{DCE0BDD7-A6C3-2A77-95DB-6B7EE0C67163}"/>
              </a:ext>
            </a:extLst>
          </p:cNvPr>
          <p:cNvSpPr/>
          <p:nvPr/>
        </p:nvSpPr>
        <p:spPr>
          <a:xfrm>
            <a:off x="400929" y="4334312"/>
            <a:ext cx="8468751" cy="420568"/>
          </a:xfrm>
          <a:prstGeom prst="roundRect">
            <a:avLst>
              <a:gd name="adj" fmla="val 13333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48056" y="42519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400">
                <a:solidFill>
                  <a:schemeClr val="bg1"/>
                </a:solidFill>
              </a:rPr>
              <a:t>Spark processes large datasets by distributing tasks across multiple machines.</a:t>
            </a:r>
            <a:endParaRPr lang="en-US" sz="1300">
              <a:solidFill>
                <a:schemeClr val="bg1"/>
              </a:solidFill>
            </a:endParaRPr>
          </a:p>
        </p:txBody>
      </p:sp>
      <p:sp>
        <p:nvSpPr>
          <p:cNvPr id="12" name="Text 1">
            <a:extLst>
              <a:ext uri="{FF2B5EF4-FFF2-40B4-BE49-F238E27FC236}">
                <a16:creationId xmlns:a16="http://schemas.microsoft.com/office/drawing/2014/main" id="{37FC8F66-4543-F801-8A69-D586A8A1C641}"/>
              </a:ext>
            </a:extLst>
          </p:cNvPr>
          <p:cNvSpPr txBox="1"/>
          <p:nvPr/>
        </p:nvSpPr>
        <p:spPr>
          <a:xfrm>
            <a:off x="548640" y="813872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/>
              <a:t>Independent computers working together to solve one problem.</a:t>
            </a:r>
          </a:p>
          <a:p>
            <a:pPr marL="0" indent="0">
              <a:buNone/>
            </a:pPr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BE2FD3F-9B94-F666-0833-EB944E6A7491}"/>
              </a:ext>
            </a:extLst>
          </p:cNvPr>
          <p:cNvSpPr/>
          <p:nvPr/>
        </p:nvSpPr>
        <p:spPr>
          <a:xfrm>
            <a:off x="400929" y="1319007"/>
            <a:ext cx="3467686" cy="2767658"/>
          </a:xfrm>
          <a:prstGeom prst="roundRect">
            <a:avLst>
              <a:gd name="adj" fmla="val 10313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199B0CC-3A91-43D6-F5DA-AC42CA72D6B8}"/>
              </a:ext>
            </a:extLst>
          </p:cNvPr>
          <p:cNvSpPr txBox="1"/>
          <p:nvPr/>
        </p:nvSpPr>
        <p:spPr>
          <a:xfrm>
            <a:off x="548640" y="1403252"/>
            <a:ext cx="3664634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/>
              <a:t>Key Concepts</a:t>
            </a:r>
            <a:endParaRPr lang="en-IN" sz="2000" b="1"/>
          </a:p>
          <a:p>
            <a:r>
              <a:rPr lang="en-IN" sz="1400" b="1"/>
              <a:t>Parallel Processing</a:t>
            </a:r>
          </a:p>
          <a:p>
            <a:r>
              <a:rPr lang="en-IN" sz="1400"/>
              <a:t>Multiple tasks run simultaneously.</a:t>
            </a:r>
          </a:p>
          <a:p>
            <a:r>
              <a:rPr lang="en-IN" sz="1400" b="1"/>
              <a:t>Resource Sharing</a:t>
            </a:r>
          </a:p>
          <a:p>
            <a:r>
              <a:rPr lang="en-IN" sz="1400"/>
              <a:t>Nodes share CPU, memory, and storage.</a:t>
            </a:r>
          </a:p>
          <a:p>
            <a:r>
              <a:rPr lang="en-IN" sz="1400" b="1"/>
              <a:t>Fault Tolerance</a:t>
            </a:r>
          </a:p>
          <a:p>
            <a:r>
              <a:rPr lang="en-IN" sz="1400"/>
              <a:t>Node failures do not stop the system.</a:t>
            </a:r>
          </a:p>
          <a:p>
            <a:r>
              <a:rPr lang="en-IN" sz="1400" b="1"/>
              <a:t>Scalability</a:t>
            </a:r>
          </a:p>
          <a:p>
            <a:r>
              <a:rPr lang="en-IN" sz="1400"/>
              <a:t>Add more machines as demand grows.</a:t>
            </a:r>
          </a:p>
          <a:p>
            <a:endParaRPr lang="en-IN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5D18C7E0-FD69-B2B1-447C-7C41D66DE5C7}"/>
              </a:ext>
            </a:extLst>
          </p:cNvPr>
          <p:cNvSpPr/>
          <p:nvPr/>
        </p:nvSpPr>
        <p:spPr>
          <a:xfrm>
            <a:off x="4047978" y="1319007"/>
            <a:ext cx="4931430" cy="2767658"/>
          </a:xfrm>
          <a:prstGeom prst="roundRect">
            <a:avLst>
              <a:gd name="adj" fmla="val 9803"/>
            </a:avLst>
          </a:prstGeom>
          <a:solidFill>
            <a:srgbClr val="D8ECF8"/>
          </a:solidFill>
          <a:ln>
            <a:solidFill>
              <a:srgbClr val="0070C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I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96C0254-7864-C863-8253-3BCF03D27D9C}"/>
              </a:ext>
            </a:extLst>
          </p:cNvPr>
          <p:cNvSpPr/>
          <p:nvPr/>
        </p:nvSpPr>
        <p:spPr>
          <a:xfrm>
            <a:off x="5802922" y="1430656"/>
            <a:ext cx="1491175" cy="3166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/>
              <a:t>Task Scheduler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9AA50558-15B9-00BD-3C31-ACD5F96D98C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0000" t="68787" r="3922" b="15732"/>
          <a:stretch>
            <a:fillRect/>
          </a:stretch>
        </p:blipFill>
        <p:spPr>
          <a:xfrm>
            <a:off x="4594905" y="3217707"/>
            <a:ext cx="3907205" cy="73881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F7FF4802-2446-E08F-63E3-7AA19C5C39B6}"/>
              </a:ext>
            </a:extLst>
          </p:cNvPr>
          <p:cNvSpPr/>
          <p:nvPr/>
        </p:nvSpPr>
        <p:spPr>
          <a:xfrm>
            <a:off x="4206241" y="2129314"/>
            <a:ext cx="886264" cy="81533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  <a:p>
            <a:pPr algn="ctr"/>
            <a:endParaRPr lang="en-IN"/>
          </a:p>
          <a:p>
            <a:pPr algn="ctr"/>
            <a:r>
              <a:rPr lang="en-IN" sz="1100"/>
              <a:t>Node 1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9A4F026-6496-AE2F-193C-57C0F115B340}"/>
              </a:ext>
            </a:extLst>
          </p:cNvPr>
          <p:cNvSpPr/>
          <p:nvPr/>
        </p:nvSpPr>
        <p:spPr>
          <a:xfrm>
            <a:off x="5462954" y="2129314"/>
            <a:ext cx="886264" cy="81533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  <a:p>
            <a:pPr algn="ctr"/>
            <a:endParaRPr lang="en-IN"/>
          </a:p>
          <a:p>
            <a:pPr algn="ctr"/>
            <a:r>
              <a:rPr lang="en-IN" sz="1200"/>
              <a:t>Node 2</a:t>
            </a:r>
            <a:endParaRPr lang="en-IN" sz="140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3F58CA6-0A85-43EE-67CB-79E839F43E94}"/>
              </a:ext>
            </a:extLst>
          </p:cNvPr>
          <p:cNvSpPr/>
          <p:nvPr/>
        </p:nvSpPr>
        <p:spPr>
          <a:xfrm>
            <a:off x="6719667" y="2136275"/>
            <a:ext cx="886264" cy="81533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  <a:p>
            <a:pPr algn="ctr"/>
            <a:endParaRPr lang="en-IN"/>
          </a:p>
          <a:p>
            <a:pPr algn="ctr"/>
            <a:r>
              <a:rPr lang="en-IN" sz="1200"/>
              <a:t>Node 3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B4374F1-C9DB-1B3E-DAC7-79821B9BDF2A}"/>
              </a:ext>
            </a:extLst>
          </p:cNvPr>
          <p:cNvSpPr/>
          <p:nvPr/>
        </p:nvSpPr>
        <p:spPr>
          <a:xfrm>
            <a:off x="7969347" y="2136275"/>
            <a:ext cx="886264" cy="81533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  <a:p>
            <a:pPr algn="ctr"/>
            <a:endParaRPr lang="en-IN"/>
          </a:p>
          <a:p>
            <a:pPr algn="ctr"/>
            <a:r>
              <a:rPr lang="en-IN" sz="1200"/>
              <a:t>Node 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C2A879B-04FA-E13E-C0DA-5F53A90F27B5}"/>
              </a:ext>
            </a:extLst>
          </p:cNvPr>
          <p:cNvSpPr txBox="1"/>
          <p:nvPr/>
        </p:nvSpPr>
        <p:spPr>
          <a:xfrm>
            <a:off x="4065562" y="1381008"/>
            <a:ext cx="1814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HOW IT WORKS</a:t>
            </a:r>
            <a:endParaRPr lang="en-IN" b="1"/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0469AD0F-E405-5210-DED8-6A7088009EF3}"/>
              </a:ext>
            </a:extLst>
          </p:cNvPr>
          <p:cNvCxnSpPr>
            <a:cxnSpLocks/>
            <a:stCxn id="18" idx="2"/>
            <a:endCxn id="23" idx="0"/>
          </p:cNvCxnSpPr>
          <p:nvPr/>
        </p:nvCxnSpPr>
        <p:spPr>
          <a:xfrm flipH="1">
            <a:off x="4649373" y="1747319"/>
            <a:ext cx="1899137" cy="381995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0A19B76B-FC83-C450-1E51-D3401B82D3B0}"/>
              </a:ext>
            </a:extLst>
          </p:cNvPr>
          <p:cNvCxnSpPr>
            <a:cxnSpLocks/>
            <a:endCxn id="26" idx="0"/>
          </p:cNvCxnSpPr>
          <p:nvPr/>
        </p:nvCxnSpPr>
        <p:spPr>
          <a:xfrm flipH="1">
            <a:off x="5906086" y="1750340"/>
            <a:ext cx="642422" cy="378974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396B529F-5E5D-3535-07AF-22562172070C}"/>
              </a:ext>
            </a:extLst>
          </p:cNvPr>
          <p:cNvCxnSpPr>
            <a:cxnSpLocks/>
            <a:stCxn id="18" idx="2"/>
            <a:endCxn id="28" idx="0"/>
          </p:cNvCxnSpPr>
          <p:nvPr/>
        </p:nvCxnSpPr>
        <p:spPr>
          <a:xfrm>
            <a:off x="6548510" y="1747319"/>
            <a:ext cx="614289" cy="388956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9A881B99-407C-B103-5692-2E34012C3082}"/>
              </a:ext>
            </a:extLst>
          </p:cNvPr>
          <p:cNvCxnSpPr>
            <a:cxnSpLocks/>
            <a:stCxn id="18" idx="2"/>
            <a:endCxn id="30" idx="0"/>
          </p:cNvCxnSpPr>
          <p:nvPr/>
        </p:nvCxnSpPr>
        <p:spPr>
          <a:xfrm>
            <a:off x="6548510" y="1747319"/>
            <a:ext cx="1863969" cy="388956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54" name="Picture 53">
            <a:extLst>
              <a:ext uri="{FF2B5EF4-FFF2-40B4-BE49-F238E27FC236}">
                <a16:creationId xmlns:a16="http://schemas.microsoft.com/office/drawing/2014/main" id="{DD7C52E8-9229-DCFB-B8B1-3A4DE4455A8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7937" b="91357" l="14648" r="84189">
                        <a14:foregroundMark x1="16975" y1="19052" x2="13963" y2="29461"/>
                        <a14:foregroundMark x1="14484" y1="36693" x2="14921" y2="42751"/>
                        <a14:foregroundMark x1="13963" y1="29461" x2="14166" y2="32276"/>
                        <a14:foregroundMark x1="14921" y1="42751" x2="18549" y2="50279"/>
                        <a14:foregroundMark x1="17747" y1="54568" x2="15264" y2="67844"/>
                        <a14:foregroundMark x1="18549" y1="50279" x2="18461" y2="50749"/>
                        <a14:foregroundMark x1="15264" y1="67844" x2="21150" y2="91357"/>
                        <a14:foregroundMark x1="21150" y1="91357" x2="28611" y2="92100"/>
                        <a14:foregroundMark x1="36359" y1="87386" x2="41136" y2="84480"/>
                        <a14:foregroundMark x1="28611" y1="92100" x2="30245" y2="91106"/>
                        <a14:foregroundMark x1="69278" y1="88286" x2="76865" y2="89312"/>
                        <a14:foregroundMark x1="41136" y1="84480" x2="64304" y2="87613"/>
                        <a14:foregroundMark x1="76865" y1="89312" x2="84394" y2="80112"/>
                        <a14:foregroundMark x1="84394" y1="80112" x2="84736" y2="67937"/>
                        <a14:foregroundMark x1="84736" y1="67937" x2="81279" y2="55002"/>
                        <a14:foregroundMark x1="81588" y1="51028" x2="85216" y2="25743"/>
                        <a14:foregroundMark x1="85216" y1="25743" x2="26626" y2="17565"/>
                        <a14:foregroundMark x1="26626" y1="17565" x2="19233" y2="17937"/>
                        <a14:foregroundMark x1="19233" y1="17937" x2="17112" y2="18773"/>
                        <a14:foregroundMark x1="60917" y1="18216" x2="82272" y2="21747"/>
                        <a14:foregroundMark x1="82272" y1="21747" x2="84257" y2="42844"/>
                        <a14:foregroundMark x1="84257" y1="42844" x2="79261" y2="49628"/>
                        <a14:foregroundMark x1="80014" y1="47398" x2="49722" y2="51378"/>
                        <a14:foregroundMark x1="43242" y1="51472" x2="22724" y2="51022"/>
                        <a14:foregroundMark x1="77344" y1="50000" x2="76797" y2="58178"/>
                        <a14:foregroundMark x1="70294" y1="50000" x2="70294" y2="58364"/>
                        <a14:foregroundMark x1="75565" y1="52323" x2="71389" y2="51301"/>
                        <a14:foregroundMark x1="71047" y1="50279" x2="72621" y2="50093"/>
                        <a14:foregroundMark x1="80493" y1="29740" x2="80698" y2="48606"/>
                        <a14:foregroundMark x1="80698" y1="48606" x2="16769" y2="46375"/>
                        <a14:foregroundMark x1="16769" y1="46375" x2="14107" y2="39342"/>
                        <a14:foregroundMark x1="13610" y1="32256" x2="14648" y2="26115"/>
                        <a14:foregroundMark x1="14648" y1="26115" x2="53936" y2="23420"/>
                        <a14:foregroundMark x1="53936" y1="23420" x2="59411" y2="23420"/>
                        <a14:foregroundMark x1="78576" y1="90706" x2="69918" y2="91034"/>
                        <a14:foregroundMark x1="46475" y1="30390" x2="25462" y2="39498"/>
                        <a14:foregroundMark x1="25462" y1="39498" x2="29569" y2="30483"/>
                        <a14:foregroundMark x1="29569" y1="30483" x2="44832" y2="29461"/>
                        <a14:foregroundMark x1="44832" y1="29461" x2="46338" y2="29740"/>
                        <a14:foregroundMark x1="63176" y1="30112" x2="69405" y2="38104"/>
                        <a14:foregroundMark x1="69405" y1="38104" x2="63997" y2="31506"/>
                        <a14:foregroundMark x1="63997" y1="31506" x2="62149" y2="31227"/>
                        <a14:foregroundMark x1="72553" y1="30019" x2="74401" y2="31413"/>
                        <a14:foregroundMark x1="73785" y1="31227" x2="68857" y2="32714"/>
                        <a14:foregroundMark x1="57632" y1="31134" x2="79603" y2="32435"/>
                        <a14:foregroundMark x1="59754" y1="36431" x2="80082" y2="34758"/>
                        <a14:foregroundMark x1="71184" y1="34758" x2="77823" y2="34201"/>
                        <a14:foregroundMark x1="66940" y1="38755" x2="74880" y2="38476"/>
                        <a14:foregroundMark x1="61670" y1="75836" x2="78850" y2="74535"/>
                        <a14:foregroundMark x1="55168" y1="69610" x2="72621" y2="71283"/>
                        <a14:foregroundMark x1="69541" y1="71933" x2="78097" y2="70818"/>
                        <a14:foregroundMark x1="35387" y1="72491" x2="51198" y2="72491"/>
                        <a14:foregroundMark x1="28200" y1="71933" x2="35729" y2="72212"/>
                        <a14:foregroundMark x1="23409" y1="52230" x2="30253" y2="52230"/>
                        <a14:foregroundMark x1="22998" y1="88011" x2="27515" y2="88476"/>
                        <a14:foregroundMark x1="68925" y1="89312" x2="69952" y2="89684"/>
                        <a14:foregroundMark x1="69884" y1="90428" x2="69884" y2="90428"/>
                        <a14:foregroundMark x1="69062" y1="90149" x2="69541" y2="90149"/>
                        <a14:foregroundMark x1="69405" y1="88941" x2="69405" y2="88941"/>
                        <a14:foregroundMark x1="70363" y1="91357" x2="70363" y2="91357"/>
                        <a14:backgroundMark x1="13415" y1="34480" x2="13415" y2="34480"/>
                        <a14:backgroundMark x1="13073" y1="33736" x2="13005" y2="38290"/>
                        <a14:backgroundMark x1="13415" y1="32249" x2="13279" y2="39312"/>
                        <a14:backgroundMark x1="17728" y1="52695" x2="19713" y2="53346"/>
                        <a14:backgroundMark x1="17864" y1="52416" x2="18960" y2="52695"/>
                        <a14:backgroundMark x1="16496" y1="54926" x2="17864" y2="54368"/>
                        <a14:backgroundMark x1="80835" y1="53439" x2="81520" y2="53439"/>
                        <a14:backgroundMark x1="80493" y1="52695" x2="81930" y2="52695"/>
                        <a14:backgroundMark x1="80356" y1="52602" x2="81109" y2="53346"/>
                        <a14:backgroundMark x1="81040" y1="54926" x2="81314" y2="54926"/>
                        <a14:backgroundMark x1="66393" y1="88104" x2="69131" y2="88104"/>
                        <a14:backgroundMark x1="64476" y1="90985" x2="67899" y2="90799"/>
                        <a14:backgroundMark x1="64476" y1="91171" x2="67693" y2="91171"/>
                        <a14:backgroundMark x1="62218" y1="91357" x2="66393" y2="91357"/>
                        <a14:backgroundMark x1="62971" y1="91357" x2="67556" y2="91357"/>
                        <a14:backgroundMark x1="67967" y1="91171" x2="68446" y2="93680"/>
                        <a14:backgroundMark x1="69438" y1="90598" x2="69952" y2="90985"/>
                        <a14:backgroundMark x1="68104" y1="89591" x2="68571" y2="89943"/>
                        <a14:backgroundMark x1="32375" y1="89126" x2="37372" y2="89591"/>
                        <a14:backgroundMark x1="32991" y1="89126" x2="36550" y2="89033"/>
                        <a14:backgroundMark x1="31417" y1="90613" x2="35318" y2="91357"/>
                        <a14:backgroundMark x1="48255" y1="52045" x2="48255" y2="52045"/>
                        <a14:backgroundMark x1="42847" y1="52230" x2="45517" y2="52788"/>
                        <a14:backgroundMark x1="47228" y1="51766" x2="49213" y2="52323"/>
                        <a14:backgroundMark x1="46270" y1="52045" x2="47228" y2="52230"/>
                        <a14:backgroundMark x1="45791" y1="52416" x2="46886" y2="52602"/>
                        <a14:backgroundMark x1="42847" y1="52788" x2="44079" y2="52974"/>
                        <a14:backgroundMark x1="63997" y1="88290" x2="66393" y2="88104"/>
                        <a14:backgroundMark x1="65366" y1="87732" x2="66461" y2="87918"/>
                        <a14:backgroundMark x1="60849" y1="91078" x2="63107" y2="92379"/>
                        <a14:backgroundMark x1="62012" y1="90985" x2="62491" y2="91078"/>
                        <a14:backgroundMark x1="31485" y1="89963" x2="31964" y2="91729"/>
                        <a14:backgroundMark x1="32854" y1="90056" x2="32101" y2="90985"/>
                      </a14:backgroundRemoval>
                    </a14:imgEffect>
                  </a14:imgLayer>
                </a14:imgProps>
              </a:ext>
            </a:extLst>
          </a:blip>
          <a:srcRect l="14177" t="18046" r="14313" b="8075"/>
          <a:stretch>
            <a:fillRect/>
          </a:stretch>
        </p:blipFill>
        <p:spPr>
          <a:xfrm>
            <a:off x="4288536" y="2203906"/>
            <a:ext cx="712566" cy="542203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88C7CCBF-AB0B-DD5F-2C9A-40041825F5B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7937" b="91357" l="14648" r="84189">
                        <a14:foregroundMark x1="16975" y1="19052" x2="13963" y2="29461"/>
                        <a14:foregroundMark x1="14484" y1="36693" x2="14921" y2="42751"/>
                        <a14:foregroundMark x1="13963" y1="29461" x2="14166" y2="32276"/>
                        <a14:foregroundMark x1="14921" y1="42751" x2="18549" y2="50279"/>
                        <a14:foregroundMark x1="17747" y1="54568" x2="15264" y2="67844"/>
                        <a14:foregroundMark x1="18549" y1="50279" x2="18461" y2="50749"/>
                        <a14:foregroundMark x1="15264" y1="67844" x2="21150" y2="91357"/>
                        <a14:foregroundMark x1="21150" y1="91357" x2="28611" y2="92100"/>
                        <a14:foregroundMark x1="36359" y1="87386" x2="41136" y2="84480"/>
                        <a14:foregroundMark x1="28611" y1="92100" x2="30245" y2="91106"/>
                        <a14:foregroundMark x1="69278" y1="88286" x2="76865" y2="89312"/>
                        <a14:foregroundMark x1="41136" y1="84480" x2="64304" y2="87613"/>
                        <a14:foregroundMark x1="76865" y1="89312" x2="84394" y2="80112"/>
                        <a14:foregroundMark x1="84394" y1="80112" x2="84736" y2="67937"/>
                        <a14:foregroundMark x1="84736" y1="67937" x2="81279" y2="55002"/>
                        <a14:foregroundMark x1="81588" y1="51028" x2="85216" y2="25743"/>
                        <a14:foregroundMark x1="85216" y1="25743" x2="26626" y2="17565"/>
                        <a14:foregroundMark x1="26626" y1="17565" x2="19233" y2="17937"/>
                        <a14:foregroundMark x1="19233" y1="17937" x2="17112" y2="18773"/>
                        <a14:foregroundMark x1="60917" y1="18216" x2="82272" y2="21747"/>
                        <a14:foregroundMark x1="82272" y1="21747" x2="84257" y2="42844"/>
                        <a14:foregroundMark x1="84257" y1="42844" x2="79261" y2="49628"/>
                        <a14:foregroundMark x1="80014" y1="47398" x2="49722" y2="51378"/>
                        <a14:foregroundMark x1="43242" y1="51472" x2="22724" y2="51022"/>
                        <a14:foregroundMark x1="77344" y1="50000" x2="76797" y2="58178"/>
                        <a14:foregroundMark x1="70294" y1="50000" x2="70294" y2="58364"/>
                        <a14:foregroundMark x1="75565" y1="52323" x2="71389" y2="51301"/>
                        <a14:foregroundMark x1="71047" y1="50279" x2="72621" y2="50093"/>
                        <a14:foregroundMark x1="80493" y1="29740" x2="80698" y2="48606"/>
                        <a14:foregroundMark x1="80698" y1="48606" x2="16769" y2="46375"/>
                        <a14:foregroundMark x1="16769" y1="46375" x2="14107" y2="39342"/>
                        <a14:foregroundMark x1="13610" y1="32256" x2="14648" y2="26115"/>
                        <a14:foregroundMark x1="14648" y1="26115" x2="53936" y2="23420"/>
                        <a14:foregroundMark x1="53936" y1="23420" x2="59411" y2="23420"/>
                        <a14:foregroundMark x1="78576" y1="90706" x2="69918" y2="91034"/>
                        <a14:foregroundMark x1="46475" y1="30390" x2="25462" y2="39498"/>
                        <a14:foregroundMark x1="25462" y1="39498" x2="29569" y2="30483"/>
                        <a14:foregroundMark x1="29569" y1="30483" x2="44832" y2="29461"/>
                        <a14:foregroundMark x1="44832" y1="29461" x2="46338" y2="29740"/>
                        <a14:foregroundMark x1="63176" y1="30112" x2="69405" y2="38104"/>
                        <a14:foregroundMark x1="69405" y1="38104" x2="63997" y2="31506"/>
                        <a14:foregroundMark x1="63997" y1="31506" x2="62149" y2="31227"/>
                        <a14:foregroundMark x1="72553" y1="30019" x2="74401" y2="31413"/>
                        <a14:foregroundMark x1="73785" y1="31227" x2="68857" y2="32714"/>
                        <a14:foregroundMark x1="57632" y1="31134" x2="79603" y2="32435"/>
                        <a14:foregroundMark x1="59754" y1="36431" x2="80082" y2="34758"/>
                        <a14:foregroundMark x1="71184" y1="34758" x2="77823" y2="34201"/>
                        <a14:foregroundMark x1="66940" y1="38755" x2="74880" y2="38476"/>
                        <a14:foregroundMark x1="61670" y1="75836" x2="78850" y2="74535"/>
                        <a14:foregroundMark x1="55168" y1="69610" x2="72621" y2="71283"/>
                        <a14:foregroundMark x1="69541" y1="71933" x2="78097" y2="70818"/>
                        <a14:foregroundMark x1="35387" y1="72491" x2="51198" y2="72491"/>
                        <a14:foregroundMark x1="28200" y1="71933" x2="35729" y2="72212"/>
                        <a14:foregroundMark x1="23409" y1="52230" x2="30253" y2="52230"/>
                        <a14:foregroundMark x1="22998" y1="88011" x2="27515" y2="88476"/>
                        <a14:foregroundMark x1="68925" y1="89312" x2="69952" y2="89684"/>
                        <a14:foregroundMark x1="69884" y1="90428" x2="69884" y2="90428"/>
                        <a14:foregroundMark x1="69062" y1="90149" x2="69541" y2="90149"/>
                        <a14:foregroundMark x1="69405" y1="88941" x2="69405" y2="88941"/>
                        <a14:foregroundMark x1="70363" y1="91357" x2="70363" y2="91357"/>
                        <a14:backgroundMark x1="13415" y1="34480" x2="13415" y2="34480"/>
                        <a14:backgroundMark x1="13073" y1="33736" x2="13005" y2="38290"/>
                        <a14:backgroundMark x1="13415" y1="32249" x2="13279" y2="39312"/>
                        <a14:backgroundMark x1="17728" y1="52695" x2="19713" y2="53346"/>
                        <a14:backgroundMark x1="17864" y1="52416" x2="18960" y2="52695"/>
                        <a14:backgroundMark x1="16496" y1="54926" x2="17864" y2="54368"/>
                        <a14:backgroundMark x1="80835" y1="53439" x2="81520" y2="53439"/>
                        <a14:backgroundMark x1="80493" y1="52695" x2="81930" y2="52695"/>
                        <a14:backgroundMark x1="80356" y1="52602" x2="81109" y2="53346"/>
                        <a14:backgroundMark x1="81040" y1="54926" x2="81314" y2="54926"/>
                        <a14:backgroundMark x1="66393" y1="88104" x2="69131" y2="88104"/>
                        <a14:backgroundMark x1="64476" y1="90985" x2="67899" y2="90799"/>
                        <a14:backgroundMark x1="64476" y1="91171" x2="67693" y2="91171"/>
                        <a14:backgroundMark x1="62218" y1="91357" x2="66393" y2="91357"/>
                        <a14:backgroundMark x1="62971" y1="91357" x2="67556" y2="91357"/>
                        <a14:backgroundMark x1="67967" y1="91171" x2="68446" y2="93680"/>
                        <a14:backgroundMark x1="69438" y1="90598" x2="69952" y2="90985"/>
                        <a14:backgroundMark x1="68104" y1="89591" x2="68571" y2="89943"/>
                        <a14:backgroundMark x1="32375" y1="89126" x2="37372" y2="89591"/>
                        <a14:backgroundMark x1="32991" y1="89126" x2="36550" y2="89033"/>
                        <a14:backgroundMark x1="31417" y1="90613" x2="35318" y2="91357"/>
                        <a14:backgroundMark x1="48255" y1="52045" x2="48255" y2="52045"/>
                        <a14:backgroundMark x1="42847" y1="52230" x2="45517" y2="52788"/>
                        <a14:backgroundMark x1="47228" y1="51766" x2="49213" y2="52323"/>
                        <a14:backgroundMark x1="46270" y1="52045" x2="47228" y2="52230"/>
                        <a14:backgroundMark x1="45791" y1="52416" x2="46886" y2="52602"/>
                        <a14:backgroundMark x1="42847" y1="52788" x2="44079" y2="52974"/>
                        <a14:backgroundMark x1="63997" y1="88290" x2="66393" y2="88104"/>
                        <a14:backgroundMark x1="65366" y1="87732" x2="66461" y2="87918"/>
                        <a14:backgroundMark x1="60849" y1="91078" x2="63107" y2="92379"/>
                        <a14:backgroundMark x1="62012" y1="90985" x2="62491" y2="91078"/>
                        <a14:backgroundMark x1="31485" y1="89963" x2="31964" y2="91729"/>
                        <a14:backgroundMark x1="32854" y1="90056" x2="32101" y2="90985"/>
                      </a14:backgroundRemoval>
                    </a14:imgEffect>
                  </a14:imgLayer>
                </a14:imgProps>
              </a:ext>
            </a:extLst>
          </a:blip>
          <a:srcRect l="14177" t="18046" r="14313" b="8075"/>
          <a:stretch>
            <a:fillRect/>
          </a:stretch>
        </p:blipFill>
        <p:spPr>
          <a:xfrm>
            <a:off x="5549803" y="2203905"/>
            <a:ext cx="712566" cy="542203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B47C007C-0C74-3AA3-8842-332ACA696FA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7937" b="91357" l="14648" r="84189">
                        <a14:foregroundMark x1="16975" y1="19052" x2="13963" y2="29461"/>
                        <a14:foregroundMark x1="14484" y1="36693" x2="14921" y2="42751"/>
                        <a14:foregroundMark x1="13963" y1="29461" x2="14166" y2="32276"/>
                        <a14:foregroundMark x1="14921" y1="42751" x2="18549" y2="50279"/>
                        <a14:foregroundMark x1="17747" y1="54568" x2="15264" y2="67844"/>
                        <a14:foregroundMark x1="18549" y1="50279" x2="18461" y2="50749"/>
                        <a14:foregroundMark x1="15264" y1="67844" x2="21150" y2="91357"/>
                        <a14:foregroundMark x1="21150" y1="91357" x2="28611" y2="92100"/>
                        <a14:foregroundMark x1="36359" y1="87386" x2="41136" y2="84480"/>
                        <a14:foregroundMark x1="28611" y1="92100" x2="30245" y2="91106"/>
                        <a14:foregroundMark x1="69278" y1="88286" x2="76865" y2="89312"/>
                        <a14:foregroundMark x1="41136" y1="84480" x2="64304" y2="87613"/>
                        <a14:foregroundMark x1="76865" y1="89312" x2="84394" y2="80112"/>
                        <a14:foregroundMark x1="84394" y1="80112" x2="84736" y2="67937"/>
                        <a14:foregroundMark x1="84736" y1="67937" x2="81279" y2="55002"/>
                        <a14:foregroundMark x1="81588" y1="51028" x2="85216" y2="25743"/>
                        <a14:foregroundMark x1="85216" y1="25743" x2="26626" y2="17565"/>
                        <a14:foregroundMark x1="26626" y1="17565" x2="19233" y2="17937"/>
                        <a14:foregroundMark x1="19233" y1="17937" x2="17112" y2="18773"/>
                        <a14:foregroundMark x1="60917" y1="18216" x2="82272" y2="21747"/>
                        <a14:foregroundMark x1="82272" y1="21747" x2="84257" y2="42844"/>
                        <a14:foregroundMark x1="84257" y1="42844" x2="79261" y2="49628"/>
                        <a14:foregroundMark x1="80014" y1="47398" x2="49722" y2="51378"/>
                        <a14:foregroundMark x1="43242" y1="51472" x2="22724" y2="51022"/>
                        <a14:foregroundMark x1="77344" y1="50000" x2="76797" y2="58178"/>
                        <a14:foregroundMark x1="70294" y1="50000" x2="70294" y2="58364"/>
                        <a14:foregroundMark x1="75565" y1="52323" x2="71389" y2="51301"/>
                        <a14:foregroundMark x1="71047" y1="50279" x2="72621" y2="50093"/>
                        <a14:foregroundMark x1="80493" y1="29740" x2="80698" y2="48606"/>
                        <a14:foregroundMark x1="80698" y1="48606" x2="16769" y2="46375"/>
                        <a14:foregroundMark x1="16769" y1="46375" x2="14107" y2="39342"/>
                        <a14:foregroundMark x1="13610" y1="32256" x2="14648" y2="26115"/>
                        <a14:foregroundMark x1="14648" y1="26115" x2="53936" y2="23420"/>
                        <a14:foregroundMark x1="53936" y1="23420" x2="59411" y2="23420"/>
                        <a14:foregroundMark x1="78576" y1="90706" x2="69918" y2="91034"/>
                        <a14:foregroundMark x1="46475" y1="30390" x2="25462" y2="39498"/>
                        <a14:foregroundMark x1="25462" y1="39498" x2="29569" y2="30483"/>
                        <a14:foregroundMark x1="29569" y1="30483" x2="44832" y2="29461"/>
                        <a14:foregroundMark x1="44832" y1="29461" x2="46338" y2="29740"/>
                        <a14:foregroundMark x1="63176" y1="30112" x2="69405" y2="38104"/>
                        <a14:foregroundMark x1="69405" y1="38104" x2="63997" y2="31506"/>
                        <a14:foregroundMark x1="63997" y1="31506" x2="62149" y2="31227"/>
                        <a14:foregroundMark x1="72553" y1="30019" x2="74401" y2="31413"/>
                        <a14:foregroundMark x1="73785" y1="31227" x2="68857" y2="32714"/>
                        <a14:foregroundMark x1="57632" y1="31134" x2="79603" y2="32435"/>
                        <a14:foregroundMark x1="59754" y1="36431" x2="80082" y2="34758"/>
                        <a14:foregroundMark x1="71184" y1="34758" x2="77823" y2="34201"/>
                        <a14:foregroundMark x1="66940" y1="38755" x2="74880" y2="38476"/>
                        <a14:foregroundMark x1="61670" y1="75836" x2="78850" y2="74535"/>
                        <a14:foregroundMark x1="55168" y1="69610" x2="72621" y2="71283"/>
                        <a14:foregroundMark x1="69541" y1="71933" x2="78097" y2="70818"/>
                        <a14:foregroundMark x1="35387" y1="72491" x2="51198" y2="72491"/>
                        <a14:foregroundMark x1="28200" y1="71933" x2="35729" y2="72212"/>
                        <a14:foregroundMark x1="23409" y1="52230" x2="30253" y2="52230"/>
                        <a14:foregroundMark x1="22998" y1="88011" x2="27515" y2="88476"/>
                        <a14:foregroundMark x1="68925" y1="89312" x2="69952" y2="89684"/>
                        <a14:foregroundMark x1="69884" y1="90428" x2="69884" y2="90428"/>
                        <a14:foregroundMark x1="69062" y1="90149" x2="69541" y2="90149"/>
                        <a14:foregroundMark x1="69405" y1="88941" x2="69405" y2="88941"/>
                        <a14:foregroundMark x1="70363" y1="91357" x2="70363" y2="91357"/>
                        <a14:backgroundMark x1="13415" y1="34480" x2="13415" y2="34480"/>
                        <a14:backgroundMark x1="13073" y1="33736" x2="13005" y2="38290"/>
                        <a14:backgroundMark x1="13415" y1="32249" x2="13279" y2="39312"/>
                        <a14:backgroundMark x1="17728" y1="52695" x2="19713" y2="53346"/>
                        <a14:backgroundMark x1="17864" y1="52416" x2="18960" y2="52695"/>
                        <a14:backgroundMark x1="16496" y1="54926" x2="17864" y2="54368"/>
                        <a14:backgroundMark x1="80835" y1="53439" x2="81520" y2="53439"/>
                        <a14:backgroundMark x1="80493" y1="52695" x2="81930" y2="52695"/>
                        <a14:backgroundMark x1="80356" y1="52602" x2="81109" y2="53346"/>
                        <a14:backgroundMark x1="81040" y1="54926" x2="81314" y2="54926"/>
                        <a14:backgroundMark x1="66393" y1="88104" x2="69131" y2="88104"/>
                        <a14:backgroundMark x1="64476" y1="90985" x2="67899" y2="90799"/>
                        <a14:backgroundMark x1="64476" y1="91171" x2="67693" y2="91171"/>
                        <a14:backgroundMark x1="62218" y1="91357" x2="66393" y2="91357"/>
                        <a14:backgroundMark x1="62971" y1="91357" x2="67556" y2="91357"/>
                        <a14:backgroundMark x1="67967" y1="91171" x2="68446" y2="93680"/>
                        <a14:backgroundMark x1="69438" y1="90598" x2="69952" y2="90985"/>
                        <a14:backgroundMark x1="68104" y1="89591" x2="68571" y2="89943"/>
                        <a14:backgroundMark x1="32375" y1="89126" x2="37372" y2="89591"/>
                        <a14:backgroundMark x1="32991" y1="89126" x2="36550" y2="89033"/>
                        <a14:backgroundMark x1="31417" y1="90613" x2="35318" y2="91357"/>
                        <a14:backgroundMark x1="48255" y1="52045" x2="48255" y2="52045"/>
                        <a14:backgroundMark x1="42847" y1="52230" x2="45517" y2="52788"/>
                        <a14:backgroundMark x1="47228" y1="51766" x2="49213" y2="52323"/>
                        <a14:backgroundMark x1="46270" y1="52045" x2="47228" y2="52230"/>
                        <a14:backgroundMark x1="45791" y1="52416" x2="46886" y2="52602"/>
                        <a14:backgroundMark x1="42847" y1="52788" x2="44079" y2="52974"/>
                        <a14:backgroundMark x1="63997" y1="88290" x2="66393" y2="88104"/>
                        <a14:backgroundMark x1="65366" y1="87732" x2="66461" y2="87918"/>
                        <a14:backgroundMark x1="60849" y1="91078" x2="63107" y2="92379"/>
                        <a14:backgroundMark x1="62012" y1="90985" x2="62491" y2="91078"/>
                        <a14:backgroundMark x1="31485" y1="89963" x2="31964" y2="91729"/>
                        <a14:backgroundMark x1="32854" y1="90056" x2="32101" y2="90985"/>
                      </a14:backgroundRemoval>
                    </a14:imgEffect>
                  </a14:imgLayer>
                </a14:imgProps>
              </a:ext>
            </a:extLst>
          </a:blip>
          <a:srcRect l="14177" t="18046" r="14313" b="8075"/>
          <a:stretch>
            <a:fillRect/>
          </a:stretch>
        </p:blipFill>
        <p:spPr>
          <a:xfrm>
            <a:off x="6810817" y="2208259"/>
            <a:ext cx="712566" cy="542203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1E297D72-158F-63A7-FC63-BCD41E96F06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7937" b="91357" l="14648" r="84189">
                        <a14:foregroundMark x1="16975" y1="19052" x2="13963" y2="29461"/>
                        <a14:foregroundMark x1="14484" y1="36693" x2="14921" y2="42751"/>
                        <a14:foregroundMark x1="13963" y1="29461" x2="14166" y2="32276"/>
                        <a14:foregroundMark x1="14921" y1="42751" x2="18549" y2="50279"/>
                        <a14:foregroundMark x1="17747" y1="54568" x2="15264" y2="67844"/>
                        <a14:foregroundMark x1="18549" y1="50279" x2="18461" y2="50749"/>
                        <a14:foregroundMark x1="15264" y1="67844" x2="21150" y2="91357"/>
                        <a14:foregroundMark x1="21150" y1="91357" x2="28611" y2="92100"/>
                        <a14:foregroundMark x1="36359" y1="87386" x2="41136" y2="84480"/>
                        <a14:foregroundMark x1="28611" y1="92100" x2="30245" y2="91106"/>
                        <a14:foregroundMark x1="69278" y1="88286" x2="76865" y2="89312"/>
                        <a14:foregroundMark x1="41136" y1="84480" x2="64304" y2="87613"/>
                        <a14:foregroundMark x1="76865" y1="89312" x2="84394" y2="80112"/>
                        <a14:foregroundMark x1="84394" y1="80112" x2="84736" y2="67937"/>
                        <a14:foregroundMark x1="84736" y1="67937" x2="81279" y2="55002"/>
                        <a14:foregroundMark x1="81588" y1="51028" x2="85216" y2="25743"/>
                        <a14:foregroundMark x1="85216" y1="25743" x2="26626" y2="17565"/>
                        <a14:foregroundMark x1="26626" y1="17565" x2="19233" y2="17937"/>
                        <a14:foregroundMark x1="19233" y1="17937" x2="17112" y2="18773"/>
                        <a14:foregroundMark x1="60917" y1="18216" x2="82272" y2="21747"/>
                        <a14:foregroundMark x1="82272" y1="21747" x2="84257" y2="42844"/>
                        <a14:foregroundMark x1="84257" y1="42844" x2="79261" y2="49628"/>
                        <a14:foregroundMark x1="80014" y1="47398" x2="49722" y2="51378"/>
                        <a14:foregroundMark x1="43242" y1="51472" x2="22724" y2="51022"/>
                        <a14:foregroundMark x1="77344" y1="50000" x2="76797" y2="58178"/>
                        <a14:foregroundMark x1="70294" y1="50000" x2="70294" y2="58364"/>
                        <a14:foregroundMark x1="75565" y1="52323" x2="71389" y2="51301"/>
                        <a14:foregroundMark x1="71047" y1="50279" x2="72621" y2="50093"/>
                        <a14:foregroundMark x1="80493" y1="29740" x2="80698" y2="48606"/>
                        <a14:foregroundMark x1="80698" y1="48606" x2="16769" y2="46375"/>
                        <a14:foregroundMark x1="16769" y1="46375" x2="14107" y2="39342"/>
                        <a14:foregroundMark x1="13610" y1="32256" x2="14648" y2="26115"/>
                        <a14:foregroundMark x1="14648" y1="26115" x2="53936" y2="23420"/>
                        <a14:foregroundMark x1="53936" y1="23420" x2="59411" y2="23420"/>
                        <a14:foregroundMark x1="78576" y1="90706" x2="69918" y2="91034"/>
                        <a14:foregroundMark x1="46475" y1="30390" x2="25462" y2="39498"/>
                        <a14:foregroundMark x1="25462" y1="39498" x2="29569" y2="30483"/>
                        <a14:foregroundMark x1="29569" y1="30483" x2="44832" y2="29461"/>
                        <a14:foregroundMark x1="44832" y1="29461" x2="46338" y2="29740"/>
                        <a14:foregroundMark x1="63176" y1="30112" x2="69405" y2="38104"/>
                        <a14:foregroundMark x1="69405" y1="38104" x2="63997" y2="31506"/>
                        <a14:foregroundMark x1="63997" y1="31506" x2="62149" y2="31227"/>
                        <a14:foregroundMark x1="72553" y1="30019" x2="74401" y2="31413"/>
                        <a14:foregroundMark x1="73785" y1="31227" x2="68857" y2="32714"/>
                        <a14:foregroundMark x1="57632" y1="31134" x2="79603" y2="32435"/>
                        <a14:foregroundMark x1="59754" y1="36431" x2="80082" y2="34758"/>
                        <a14:foregroundMark x1="71184" y1="34758" x2="77823" y2="34201"/>
                        <a14:foregroundMark x1="66940" y1="38755" x2="74880" y2="38476"/>
                        <a14:foregroundMark x1="61670" y1="75836" x2="78850" y2="74535"/>
                        <a14:foregroundMark x1="55168" y1="69610" x2="72621" y2="71283"/>
                        <a14:foregroundMark x1="69541" y1="71933" x2="78097" y2="70818"/>
                        <a14:foregroundMark x1="35387" y1="72491" x2="51198" y2="72491"/>
                        <a14:foregroundMark x1="28200" y1="71933" x2="35729" y2="72212"/>
                        <a14:foregroundMark x1="23409" y1="52230" x2="30253" y2="52230"/>
                        <a14:foregroundMark x1="22998" y1="88011" x2="27515" y2="88476"/>
                        <a14:foregroundMark x1="68925" y1="89312" x2="69952" y2="89684"/>
                        <a14:foregroundMark x1="69884" y1="90428" x2="69884" y2="90428"/>
                        <a14:foregroundMark x1="69062" y1="90149" x2="69541" y2="90149"/>
                        <a14:foregroundMark x1="69405" y1="88941" x2="69405" y2="88941"/>
                        <a14:foregroundMark x1="70363" y1="91357" x2="70363" y2="91357"/>
                        <a14:backgroundMark x1="13415" y1="34480" x2="13415" y2="34480"/>
                        <a14:backgroundMark x1="13073" y1="33736" x2="13005" y2="38290"/>
                        <a14:backgroundMark x1="13415" y1="32249" x2="13279" y2="39312"/>
                        <a14:backgroundMark x1="17728" y1="52695" x2="19713" y2="53346"/>
                        <a14:backgroundMark x1="17864" y1="52416" x2="18960" y2="52695"/>
                        <a14:backgroundMark x1="16496" y1="54926" x2="17864" y2="54368"/>
                        <a14:backgroundMark x1="80835" y1="53439" x2="81520" y2="53439"/>
                        <a14:backgroundMark x1="80493" y1="52695" x2="81930" y2="52695"/>
                        <a14:backgroundMark x1="80356" y1="52602" x2="81109" y2="53346"/>
                        <a14:backgroundMark x1="81040" y1="54926" x2="81314" y2="54926"/>
                        <a14:backgroundMark x1="66393" y1="88104" x2="69131" y2="88104"/>
                        <a14:backgroundMark x1="64476" y1="90985" x2="67899" y2="90799"/>
                        <a14:backgroundMark x1="64476" y1="91171" x2="67693" y2="91171"/>
                        <a14:backgroundMark x1="62218" y1="91357" x2="66393" y2="91357"/>
                        <a14:backgroundMark x1="62971" y1="91357" x2="67556" y2="91357"/>
                        <a14:backgroundMark x1="67967" y1="91171" x2="68446" y2="93680"/>
                        <a14:backgroundMark x1="69438" y1="90598" x2="69952" y2="90985"/>
                        <a14:backgroundMark x1="68104" y1="89591" x2="68571" y2="89943"/>
                        <a14:backgroundMark x1="32375" y1="89126" x2="37372" y2="89591"/>
                        <a14:backgroundMark x1="32991" y1="89126" x2="36550" y2="89033"/>
                        <a14:backgroundMark x1="31417" y1="90613" x2="35318" y2="91357"/>
                        <a14:backgroundMark x1="48255" y1="52045" x2="48255" y2="52045"/>
                        <a14:backgroundMark x1="42847" y1="52230" x2="45517" y2="52788"/>
                        <a14:backgroundMark x1="47228" y1="51766" x2="49213" y2="52323"/>
                        <a14:backgroundMark x1="46270" y1="52045" x2="47228" y2="52230"/>
                        <a14:backgroundMark x1="45791" y1="52416" x2="46886" y2="52602"/>
                        <a14:backgroundMark x1="42847" y1="52788" x2="44079" y2="52974"/>
                        <a14:backgroundMark x1="63997" y1="88290" x2="66393" y2="88104"/>
                        <a14:backgroundMark x1="65366" y1="87732" x2="66461" y2="87918"/>
                        <a14:backgroundMark x1="60849" y1="91078" x2="63107" y2="92379"/>
                        <a14:backgroundMark x1="62012" y1="90985" x2="62491" y2="91078"/>
                        <a14:backgroundMark x1="31485" y1="89963" x2="31964" y2="91729"/>
                        <a14:backgroundMark x1="32854" y1="90056" x2="32101" y2="90985"/>
                      </a14:backgroundRemoval>
                    </a14:imgEffect>
                  </a14:imgLayer>
                </a14:imgProps>
              </a:ext>
            </a:extLst>
          </a:blip>
          <a:srcRect l="14177" t="18046" r="14313" b="8075"/>
          <a:stretch>
            <a:fillRect/>
          </a:stretch>
        </p:blipFill>
        <p:spPr>
          <a:xfrm>
            <a:off x="8056196" y="2211959"/>
            <a:ext cx="712566" cy="54220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25A1C"/>
          </a:solidFill>
          <a:ln w="12700">
            <a:solidFill>
              <a:srgbClr val="E25A1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B1F3A"/>
                </a:solidFill>
              </a:rPr>
              <a:t>Spark Architecture Overview</a:t>
            </a:r>
            <a:endParaRPr lang="en-US" sz="280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A6B8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  <p:sp>
        <p:nvSpPr>
          <p:cNvPr id="28" name="Shape 3">
            <a:extLst>
              <a:ext uri="{FF2B5EF4-FFF2-40B4-BE49-F238E27FC236}">
                <a16:creationId xmlns:a16="http://schemas.microsoft.com/office/drawing/2014/main" id="{3AA79552-5071-5522-927D-588D1C3CAEB1}"/>
              </a:ext>
            </a:extLst>
          </p:cNvPr>
          <p:cNvSpPr/>
          <p:nvPr/>
        </p:nvSpPr>
        <p:spPr>
          <a:xfrm>
            <a:off x="400929" y="4334312"/>
            <a:ext cx="8468751" cy="420568"/>
          </a:xfrm>
          <a:prstGeom prst="roundRect">
            <a:avLst>
              <a:gd name="adj" fmla="val 13333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61409D94-15F9-C891-93C9-B139ED73B24F}"/>
              </a:ext>
            </a:extLst>
          </p:cNvPr>
          <p:cNvSpPr/>
          <p:nvPr/>
        </p:nvSpPr>
        <p:spPr>
          <a:xfrm>
            <a:off x="400929" y="865163"/>
            <a:ext cx="3467686" cy="3346205"/>
          </a:xfrm>
          <a:prstGeom prst="roundRect">
            <a:avLst>
              <a:gd name="adj" fmla="val 7599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63AD1F7-0B2E-79E2-A688-06346744E571}"/>
              </a:ext>
            </a:extLst>
          </p:cNvPr>
          <p:cNvSpPr txBox="1"/>
          <p:nvPr/>
        </p:nvSpPr>
        <p:spPr>
          <a:xfrm>
            <a:off x="462121" y="877501"/>
            <a:ext cx="3244716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/>
              <a:t>Driver Program</a:t>
            </a:r>
          </a:p>
          <a:p>
            <a:r>
              <a:rPr lang="en-IN" sz="1400"/>
              <a:t>Coordinates and schedules application execution.</a:t>
            </a:r>
          </a:p>
          <a:p>
            <a:r>
              <a:rPr lang="en-IN" sz="1400" b="1"/>
              <a:t>Cluster Manager</a:t>
            </a:r>
          </a:p>
          <a:p>
            <a:r>
              <a:rPr lang="en-IN" sz="1400"/>
              <a:t>Allocates cluster resources and launches executors.</a:t>
            </a:r>
          </a:p>
          <a:p>
            <a:r>
              <a:rPr lang="en-IN" sz="1400" b="1"/>
              <a:t>Worker Nodes</a:t>
            </a:r>
          </a:p>
          <a:p>
            <a:r>
              <a:rPr lang="en-IN" sz="1400"/>
              <a:t>Provide computing resources and host executors.</a:t>
            </a:r>
          </a:p>
          <a:p>
            <a:r>
              <a:rPr lang="en-IN" sz="1400" b="1"/>
              <a:t>Executors</a:t>
            </a:r>
          </a:p>
          <a:p>
            <a:r>
              <a:rPr lang="en-IN" sz="1400"/>
              <a:t>Run tasks on worker nodes and store intermediate data.</a:t>
            </a:r>
          </a:p>
          <a:p>
            <a:r>
              <a:rPr lang="en-IN" sz="1400" b="1"/>
              <a:t>Tasks</a:t>
            </a:r>
          </a:p>
          <a:p>
            <a:r>
              <a:rPr lang="en-IN" sz="1400"/>
              <a:t>Smallest units of execution that process data partitions.</a:t>
            </a:r>
          </a:p>
          <a:p>
            <a:endParaRPr lang="en-IN" sz="1400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4CB5F8FA-1C3D-20E8-1F7B-71DF85DA3DB1}"/>
              </a:ext>
            </a:extLst>
          </p:cNvPr>
          <p:cNvSpPr/>
          <p:nvPr/>
        </p:nvSpPr>
        <p:spPr>
          <a:xfrm>
            <a:off x="5437163" y="826591"/>
            <a:ext cx="2307102" cy="420568"/>
          </a:xfrm>
          <a:prstGeom prst="roundRect">
            <a:avLst/>
          </a:prstGeom>
          <a:solidFill>
            <a:srgbClr val="D8ECF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b="1">
                <a:solidFill>
                  <a:srgbClr val="002060"/>
                </a:solidFill>
              </a:rPr>
              <a:t>User Application</a:t>
            </a:r>
            <a:endParaRPr lang="en-IN" b="1">
              <a:solidFill>
                <a:srgbClr val="002060"/>
              </a:solidFill>
            </a:endParaRP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883E8F02-F1B6-8EE3-BCBB-D877131E71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961" b="89844" l="7357" r="89974">
                        <a14:foregroundMark x1="13542" y1="70117" x2="18750" y2="73730"/>
                        <a14:foregroundMark x1="8984" y1="67578" x2="15234" y2="66211"/>
                        <a14:foregroundMark x1="11263" y1="63477" x2="19010" y2="63867"/>
                        <a14:foregroundMark x1="13867" y1="62598" x2="22526" y2="62891"/>
                        <a14:foregroundMark x1="26563" y1="64844" x2="31160" y2="65962"/>
                        <a14:foregroundMark x1="22917" y1="73340" x2="25391" y2="73047"/>
                        <a14:foregroundMark x1="7357" y1="88867" x2="14714" y2="89063"/>
                        <a14:foregroundMark x1="48698" y1="60156" x2="52930" y2="63867"/>
                        <a14:foregroundMark x1="56445" y1="72168" x2="56185" y2="75391"/>
                        <a14:foregroundMark x1="55990" y1="72754" x2="56641" y2="75488"/>
                        <a14:backgroundMark x1="32292" y1="67285" x2="31576" y2="67969"/>
                        <a14:backgroundMark x1="31315" y1="65332" x2="32292" y2="70703"/>
                        <a14:backgroundMark x1="13281" y1="20898" x2="38346" y2="38965"/>
                      </a14:backgroundRemoval>
                    </a14:imgEffect>
                  </a14:imgLayer>
                </a14:imgProps>
              </a:ext>
            </a:extLst>
          </a:blip>
          <a:srcRect l="4833" t="59625" r="67088" b="8513"/>
          <a:stretch>
            <a:fillRect/>
          </a:stretch>
        </p:blipFill>
        <p:spPr>
          <a:xfrm>
            <a:off x="5483563" y="859000"/>
            <a:ext cx="499401" cy="377794"/>
          </a:xfrm>
          <a:prstGeom prst="rect">
            <a:avLst/>
          </a:prstGeom>
        </p:spPr>
      </p:pic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AD0DD9A3-19C1-9B16-1E42-2516AD550067}"/>
              </a:ext>
            </a:extLst>
          </p:cNvPr>
          <p:cNvSpPr/>
          <p:nvPr/>
        </p:nvSpPr>
        <p:spPr>
          <a:xfrm>
            <a:off x="5437163" y="1443326"/>
            <a:ext cx="2307102" cy="420568"/>
          </a:xfrm>
          <a:prstGeom prst="roundRect">
            <a:avLst/>
          </a:prstGeom>
          <a:solidFill>
            <a:srgbClr val="D8ECF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>
                <a:solidFill>
                  <a:srgbClr val="002060"/>
                </a:solidFill>
              </a:rPr>
              <a:t>Driver Program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5784FDEF-CE90-EC5E-A9F0-29BC0EE445B6}"/>
              </a:ext>
            </a:extLst>
          </p:cNvPr>
          <p:cNvSpPr/>
          <p:nvPr/>
        </p:nvSpPr>
        <p:spPr>
          <a:xfrm>
            <a:off x="5437163" y="2056959"/>
            <a:ext cx="2307102" cy="420568"/>
          </a:xfrm>
          <a:prstGeom prst="roundRect">
            <a:avLst/>
          </a:prstGeom>
          <a:solidFill>
            <a:srgbClr val="D8ECF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IN" b="1">
                <a:solidFill>
                  <a:srgbClr val="002060"/>
                </a:solidFill>
              </a:rPr>
              <a:t>Cluster Manager</a:t>
            </a: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91229677-3512-9BE2-18F8-4746D3D7D1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961" b="89844" l="7357" r="89974">
                        <a14:foregroundMark x1="13542" y1="70117" x2="18750" y2="73730"/>
                        <a14:foregroundMark x1="8984" y1="67578" x2="15234" y2="66211"/>
                        <a14:foregroundMark x1="11263" y1="63477" x2="19010" y2="63867"/>
                        <a14:foregroundMark x1="13867" y1="62598" x2="22526" y2="62891"/>
                        <a14:foregroundMark x1="26563" y1="64844" x2="31160" y2="65962"/>
                        <a14:foregroundMark x1="22917" y1="73340" x2="25391" y2="73047"/>
                        <a14:foregroundMark x1="7357" y1="88867" x2="14714" y2="89063"/>
                        <a14:foregroundMark x1="48698" y1="60156" x2="52930" y2="63867"/>
                        <a14:foregroundMark x1="56445" y1="72168" x2="56185" y2="75391"/>
                        <a14:foregroundMark x1="55990" y1="72754" x2="56641" y2="75488"/>
                        <a14:backgroundMark x1="32292" y1="67285" x2="31576" y2="67969"/>
                        <a14:backgroundMark x1="31315" y1="65332" x2="32292" y2="70703"/>
                        <a14:backgroundMark x1="13281" y1="20898" x2="38346" y2="38965"/>
                      </a14:backgroundRemoval>
                    </a14:imgEffect>
                  </a14:imgLayer>
                </a14:imgProps>
              </a:ext>
            </a:extLst>
          </a:blip>
          <a:srcRect l="36738" t="53379" r="32183" b="6579"/>
          <a:stretch>
            <a:fillRect/>
          </a:stretch>
        </p:blipFill>
        <p:spPr>
          <a:xfrm>
            <a:off x="5536888" y="2072273"/>
            <a:ext cx="416354" cy="357626"/>
          </a:xfrm>
          <a:prstGeom prst="rect">
            <a:avLst/>
          </a:prstGeom>
        </p:spPr>
      </p:pic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F4DD88A7-8B55-7788-4C63-03B1E6BFB66E}"/>
              </a:ext>
            </a:extLst>
          </p:cNvPr>
          <p:cNvSpPr/>
          <p:nvPr/>
        </p:nvSpPr>
        <p:spPr>
          <a:xfrm>
            <a:off x="4012470" y="962934"/>
            <a:ext cx="1119060" cy="1622809"/>
          </a:xfrm>
          <a:prstGeom prst="roundRect">
            <a:avLst>
              <a:gd name="adj" fmla="val 10313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>
              <a:solidFill>
                <a:schemeClr val="tx1"/>
              </a:solidFill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B456D0C-6199-4829-5DCF-76B995A3A29C}"/>
              </a:ext>
            </a:extLst>
          </p:cNvPr>
          <p:cNvSpPr txBox="1"/>
          <p:nvPr/>
        </p:nvSpPr>
        <p:spPr>
          <a:xfrm>
            <a:off x="4012469" y="990113"/>
            <a:ext cx="12629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/>
              <a:t>Data Sources</a:t>
            </a:r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7A33EF9F-8504-B43A-36A6-CF8DA799261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961" b="89844" l="8919" r="91016">
                        <a14:foregroundMark x1="9310" y1="15332" x2="21484" y2="15137"/>
                        <a14:foregroundMark x1="21484" y1="15137" x2="22721" y2="15723"/>
                        <a14:foregroundMark x1="14779" y1="12598" x2="24219" y2="13379"/>
                        <a14:foregroundMark x1="9049" y1="21582" x2="22526" y2="23926"/>
                        <a14:foregroundMark x1="22917" y1="22559" x2="27669" y2="21973"/>
                        <a14:foregroundMark x1="73633" y1="19922" x2="90299" y2="20898"/>
                        <a14:foregroundMark x1="40625" y1="19922" x2="51432" y2="20801"/>
                        <a14:foregroundMark x1="14453" y1="31445" x2="22201" y2="32129"/>
                        <a14:foregroundMark x1="12956" y1="26074" x2="26563" y2="26563"/>
                        <a14:foregroundMark x1="42643" y1="23535" x2="50716" y2="24219"/>
                        <a14:foregroundMark x1="52799" y1="21777" x2="55534" y2="34082"/>
                        <a14:foregroundMark x1="53385" y1="18359" x2="54753" y2="22559"/>
                        <a14:foregroundMark x1="52474" y1="14941" x2="54753" y2="18555"/>
                        <a14:foregroundMark x1="46745" y1="11719" x2="47461" y2="11914"/>
                        <a14:foregroundMark x1="44531" y1="12891" x2="49544" y2="12598"/>
                        <a14:foregroundMark x1="39453" y1="13574" x2="48438" y2="12988"/>
                        <a14:foregroundMark x1="39779" y1="14453" x2="40820" y2="29004"/>
                        <a14:foregroundMark x1="51823" y1="17480" x2="53841" y2="21973"/>
                        <a14:foregroundMark x1="52279" y1="29004" x2="52083" y2="40625"/>
                        <a14:foregroundMark x1="17513" y1="32520" x2="19010" y2="39551"/>
                        <a14:foregroundMark x1="17643" y1="39258" x2="19987" y2="44727"/>
                        <a14:foregroundMark x1="91016" y1="19141" x2="90755" y2="36230"/>
                        <a14:foregroundMark x1="50391" y1="19531" x2="48633" y2="34180"/>
                        <a14:foregroundMark x1="48633" y1="34180" x2="42839" y2="39746"/>
                        <a14:foregroundMark x1="42839" y1="39746" x2="55078" y2="44629"/>
                        <a14:foregroundMark x1="39779" y1="26758" x2="41667" y2="41895"/>
                        <a14:foregroundMark x1="41667" y1="41895" x2="44987" y2="45313"/>
                      </a14:backgroundRemoval>
                    </a14:imgEffect>
                  </a14:imgLayer>
                </a14:imgProps>
              </a:ext>
            </a:extLst>
          </a:blip>
          <a:srcRect l="6148" t="7658" r="70148" b="47898"/>
          <a:stretch>
            <a:fillRect/>
          </a:stretch>
        </p:blipFill>
        <p:spPr>
          <a:xfrm>
            <a:off x="4030392" y="1236794"/>
            <a:ext cx="394690" cy="493362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C2E83228-9726-DD72-6A6D-4CB3D88C9B6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961" b="89844" l="8919" r="91016">
                        <a14:foregroundMark x1="9310" y1="15332" x2="21484" y2="15137"/>
                        <a14:foregroundMark x1="21484" y1="15137" x2="22721" y2="15723"/>
                        <a14:foregroundMark x1="14779" y1="12598" x2="24219" y2="13379"/>
                        <a14:foregroundMark x1="9049" y1="21582" x2="22526" y2="23926"/>
                        <a14:foregroundMark x1="22917" y1="22559" x2="27669" y2="21973"/>
                        <a14:foregroundMark x1="73633" y1="19922" x2="90299" y2="20898"/>
                        <a14:foregroundMark x1="40625" y1="19922" x2="51432" y2="20801"/>
                        <a14:foregroundMark x1="14453" y1="31445" x2="22201" y2="32129"/>
                        <a14:foregroundMark x1="12956" y1="26074" x2="26563" y2="26563"/>
                        <a14:foregroundMark x1="42643" y1="23535" x2="50716" y2="24219"/>
                        <a14:foregroundMark x1="52799" y1="21777" x2="55534" y2="34082"/>
                        <a14:foregroundMark x1="53385" y1="18359" x2="54753" y2="22559"/>
                        <a14:foregroundMark x1="52474" y1="14941" x2="54753" y2="18555"/>
                        <a14:foregroundMark x1="46745" y1="11719" x2="47461" y2="11914"/>
                        <a14:foregroundMark x1="44531" y1="12891" x2="49544" y2="12598"/>
                        <a14:foregroundMark x1="39453" y1="13574" x2="48438" y2="12988"/>
                        <a14:foregroundMark x1="39779" y1="14453" x2="40820" y2="29004"/>
                        <a14:foregroundMark x1="51823" y1="17480" x2="53841" y2="21973"/>
                        <a14:foregroundMark x1="52279" y1="29004" x2="52083" y2="40625"/>
                        <a14:foregroundMark x1="17513" y1="32520" x2="19010" y2="39551"/>
                        <a14:foregroundMark x1="17643" y1="39258" x2="19987" y2="44727"/>
                        <a14:foregroundMark x1="91016" y1="19141" x2="90755" y2="36230"/>
                        <a14:foregroundMark x1="50391" y1="19531" x2="48633" y2="34180"/>
                        <a14:foregroundMark x1="48633" y1="34180" x2="42839" y2="39746"/>
                        <a14:foregroundMark x1="42839" y1="39746" x2="55078" y2="44629"/>
                        <a14:foregroundMark x1="39779" y1="26758" x2="41667" y2="41895"/>
                        <a14:foregroundMark x1="41667" y1="41895" x2="44987" y2="45313"/>
                      </a14:backgroundRemoval>
                    </a14:imgEffect>
                  </a14:imgLayer>
                </a14:imgProps>
              </a:ext>
            </a:extLst>
          </a:blip>
          <a:srcRect l="35506" t="5556" r="40790" b="50000"/>
          <a:stretch>
            <a:fillRect/>
          </a:stretch>
        </p:blipFill>
        <p:spPr>
          <a:xfrm>
            <a:off x="4643927" y="1552064"/>
            <a:ext cx="420876" cy="5260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5B47B3CB-E583-B589-A593-278DB0B14F9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961" b="89844" l="8919" r="91016">
                        <a14:foregroundMark x1="9310" y1="15332" x2="21484" y2="15137"/>
                        <a14:foregroundMark x1="21484" y1="15137" x2="22721" y2="15723"/>
                        <a14:foregroundMark x1="14779" y1="12598" x2="24219" y2="13379"/>
                        <a14:foregroundMark x1="9049" y1="21582" x2="22526" y2="23926"/>
                        <a14:foregroundMark x1="22917" y1="22559" x2="27669" y2="21973"/>
                        <a14:foregroundMark x1="73633" y1="19922" x2="90299" y2="20898"/>
                        <a14:foregroundMark x1="40625" y1="19922" x2="51432" y2="20801"/>
                        <a14:foregroundMark x1="14453" y1="31445" x2="22201" y2="32129"/>
                        <a14:foregroundMark x1="12956" y1="26074" x2="26563" y2="26563"/>
                        <a14:foregroundMark x1="42643" y1="23535" x2="50716" y2="24219"/>
                        <a14:foregroundMark x1="52799" y1="21777" x2="55534" y2="34082"/>
                        <a14:foregroundMark x1="53385" y1="18359" x2="54753" y2="22559"/>
                        <a14:foregroundMark x1="52474" y1="14941" x2="54753" y2="18555"/>
                        <a14:foregroundMark x1="46745" y1="11719" x2="47461" y2="11914"/>
                        <a14:foregroundMark x1="44531" y1="12891" x2="49544" y2="12598"/>
                        <a14:foregroundMark x1="39453" y1="13574" x2="48438" y2="12988"/>
                        <a14:foregroundMark x1="39779" y1="14453" x2="40820" y2="29004"/>
                        <a14:foregroundMark x1="51823" y1="17480" x2="53841" y2="21973"/>
                        <a14:foregroundMark x1="52279" y1="29004" x2="52083" y2="40625"/>
                        <a14:foregroundMark x1="17513" y1="32520" x2="19010" y2="39551"/>
                        <a14:foregroundMark x1="17643" y1="39258" x2="19987" y2="44727"/>
                        <a14:foregroundMark x1="91016" y1="19141" x2="90755" y2="36230"/>
                        <a14:foregroundMark x1="50391" y1="19531" x2="48633" y2="34180"/>
                        <a14:foregroundMark x1="48633" y1="34180" x2="42839" y2="39746"/>
                        <a14:foregroundMark x1="42839" y1="39746" x2="55078" y2="44629"/>
                        <a14:foregroundMark x1="39779" y1="26758" x2="41667" y2="41895"/>
                        <a14:foregroundMark x1="41667" y1="41895" x2="44987" y2="45313"/>
                      </a14:backgroundRemoval>
                    </a14:imgEffect>
                  </a14:imgLayer>
                </a14:imgProps>
              </a:ext>
            </a:extLst>
          </a:blip>
          <a:srcRect l="66024" t="14394" r="7880" b="52008"/>
          <a:stretch>
            <a:fillRect/>
          </a:stretch>
        </p:blipFill>
        <p:spPr>
          <a:xfrm>
            <a:off x="4030392" y="2061833"/>
            <a:ext cx="574790" cy="493362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D5B52116-E53D-4F4A-318D-A4A2170C0110}"/>
              </a:ext>
            </a:extLst>
          </p:cNvPr>
          <p:cNvSpPr txBox="1"/>
          <p:nvPr/>
        </p:nvSpPr>
        <p:spPr>
          <a:xfrm>
            <a:off x="4337613" y="1325068"/>
            <a:ext cx="86743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"/>
              <a:t>Database Data</a:t>
            </a:r>
            <a:endParaRPr lang="en-IN" sz="800" b="1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8C5CA0D-B046-5ABB-C333-A7DDEFA44852}"/>
              </a:ext>
            </a:extLst>
          </p:cNvPr>
          <p:cNvSpPr txBox="1"/>
          <p:nvPr/>
        </p:nvSpPr>
        <p:spPr>
          <a:xfrm>
            <a:off x="4030392" y="1686205"/>
            <a:ext cx="6610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"/>
              <a:t>Documents/Files</a:t>
            </a:r>
            <a:endParaRPr lang="en-IN" sz="800" b="1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F2F1335-4A7A-ACFE-DCE9-2B461B433D6C}"/>
              </a:ext>
            </a:extLst>
          </p:cNvPr>
          <p:cNvSpPr txBox="1"/>
          <p:nvPr/>
        </p:nvSpPr>
        <p:spPr>
          <a:xfrm>
            <a:off x="4590875" y="2113336"/>
            <a:ext cx="5747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"/>
              <a:t>Images/Media</a:t>
            </a:r>
            <a:endParaRPr lang="en-IN" sz="800" b="1"/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FF580F65-5E71-DFCF-9D81-9B3B40824D48}"/>
              </a:ext>
            </a:extLst>
          </p:cNvPr>
          <p:cNvSpPr/>
          <p:nvPr/>
        </p:nvSpPr>
        <p:spPr>
          <a:xfrm>
            <a:off x="3966522" y="2767669"/>
            <a:ext cx="1618920" cy="1429659"/>
          </a:xfrm>
          <a:prstGeom prst="roundRect">
            <a:avLst>
              <a:gd name="adj" fmla="val 7599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3" name="Rectangle: Rounded Corners 72">
            <a:extLst>
              <a:ext uri="{FF2B5EF4-FFF2-40B4-BE49-F238E27FC236}">
                <a16:creationId xmlns:a16="http://schemas.microsoft.com/office/drawing/2014/main" id="{CC0864DF-EB65-88F1-BA29-B43DF598DBDB}"/>
              </a:ext>
            </a:extLst>
          </p:cNvPr>
          <p:cNvSpPr/>
          <p:nvPr/>
        </p:nvSpPr>
        <p:spPr>
          <a:xfrm>
            <a:off x="5683347" y="2767669"/>
            <a:ext cx="1618920" cy="1429659"/>
          </a:xfrm>
          <a:prstGeom prst="roundRect">
            <a:avLst>
              <a:gd name="adj" fmla="val 7599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38983422-50F7-0031-D257-EA799A53C466}"/>
              </a:ext>
            </a:extLst>
          </p:cNvPr>
          <p:cNvSpPr/>
          <p:nvPr/>
        </p:nvSpPr>
        <p:spPr>
          <a:xfrm>
            <a:off x="7400172" y="2767668"/>
            <a:ext cx="1618920" cy="1429659"/>
          </a:xfrm>
          <a:prstGeom prst="roundRect">
            <a:avLst>
              <a:gd name="adj" fmla="val 7599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7" name="Picture 76">
            <a:extLst>
              <a:ext uri="{FF2B5EF4-FFF2-40B4-BE49-F238E27FC236}">
                <a16:creationId xmlns:a16="http://schemas.microsoft.com/office/drawing/2014/main" id="{B4C6643D-0604-90F6-6A5D-FB626357F03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7937" b="91357" l="14648" r="84189">
                        <a14:foregroundMark x1="16975" y1="19052" x2="13963" y2="29461"/>
                        <a14:foregroundMark x1="14484" y1="36693" x2="14921" y2="42751"/>
                        <a14:foregroundMark x1="13963" y1="29461" x2="14166" y2="32276"/>
                        <a14:foregroundMark x1="14921" y1="42751" x2="18549" y2="50279"/>
                        <a14:foregroundMark x1="17747" y1="54568" x2="15264" y2="67844"/>
                        <a14:foregroundMark x1="18549" y1="50279" x2="18461" y2="50749"/>
                        <a14:foregroundMark x1="15264" y1="67844" x2="21150" y2="91357"/>
                        <a14:foregroundMark x1="21150" y1="91357" x2="28611" y2="92100"/>
                        <a14:foregroundMark x1="36359" y1="87386" x2="41136" y2="84480"/>
                        <a14:foregroundMark x1="28611" y1="92100" x2="30245" y2="91106"/>
                        <a14:foregroundMark x1="69278" y1="88286" x2="76865" y2="89312"/>
                        <a14:foregroundMark x1="41136" y1="84480" x2="64304" y2="87613"/>
                        <a14:foregroundMark x1="76865" y1="89312" x2="84394" y2="80112"/>
                        <a14:foregroundMark x1="84394" y1="80112" x2="84736" y2="67937"/>
                        <a14:foregroundMark x1="84736" y1="67937" x2="81279" y2="55002"/>
                        <a14:foregroundMark x1="81588" y1="51028" x2="85216" y2="25743"/>
                        <a14:foregroundMark x1="85216" y1="25743" x2="26626" y2="17565"/>
                        <a14:foregroundMark x1="26626" y1="17565" x2="19233" y2="17937"/>
                        <a14:foregroundMark x1="19233" y1="17937" x2="17112" y2="18773"/>
                        <a14:foregroundMark x1="60917" y1="18216" x2="82272" y2="21747"/>
                        <a14:foregroundMark x1="82272" y1="21747" x2="84257" y2="42844"/>
                        <a14:foregroundMark x1="84257" y1="42844" x2="79261" y2="49628"/>
                        <a14:foregroundMark x1="80014" y1="47398" x2="49722" y2="51378"/>
                        <a14:foregroundMark x1="43242" y1="51472" x2="22724" y2="51022"/>
                        <a14:foregroundMark x1="77344" y1="50000" x2="76797" y2="58178"/>
                        <a14:foregroundMark x1="70294" y1="50000" x2="70294" y2="58364"/>
                        <a14:foregroundMark x1="75565" y1="52323" x2="71389" y2="51301"/>
                        <a14:foregroundMark x1="71047" y1="50279" x2="72621" y2="50093"/>
                        <a14:foregroundMark x1="80493" y1="29740" x2="80698" y2="48606"/>
                        <a14:foregroundMark x1="80698" y1="48606" x2="16769" y2="46375"/>
                        <a14:foregroundMark x1="16769" y1="46375" x2="14107" y2="39342"/>
                        <a14:foregroundMark x1="13610" y1="32256" x2="14648" y2="26115"/>
                        <a14:foregroundMark x1="14648" y1="26115" x2="53936" y2="23420"/>
                        <a14:foregroundMark x1="53936" y1="23420" x2="59411" y2="23420"/>
                        <a14:foregroundMark x1="78576" y1="90706" x2="69918" y2="91034"/>
                        <a14:foregroundMark x1="46475" y1="30390" x2="25462" y2="39498"/>
                        <a14:foregroundMark x1="25462" y1="39498" x2="29569" y2="30483"/>
                        <a14:foregroundMark x1="29569" y1="30483" x2="44832" y2="29461"/>
                        <a14:foregroundMark x1="44832" y1="29461" x2="46338" y2="29740"/>
                        <a14:foregroundMark x1="63176" y1="30112" x2="69405" y2="38104"/>
                        <a14:foregroundMark x1="69405" y1="38104" x2="63997" y2="31506"/>
                        <a14:foregroundMark x1="63997" y1="31506" x2="62149" y2="31227"/>
                        <a14:foregroundMark x1="72553" y1="30019" x2="74401" y2="31413"/>
                        <a14:foregroundMark x1="73785" y1="31227" x2="68857" y2="32714"/>
                        <a14:foregroundMark x1="57632" y1="31134" x2="79603" y2="32435"/>
                        <a14:foregroundMark x1="59754" y1="36431" x2="80082" y2="34758"/>
                        <a14:foregroundMark x1="71184" y1="34758" x2="77823" y2="34201"/>
                        <a14:foregroundMark x1="66940" y1="38755" x2="74880" y2="38476"/>
                        <a14:foregroundMark x1="61670" y1="75836" x2="78850" y2="74535"/>
                        <a14:foregroundMark x1="55168" y1="69610" x2="72621" y2="71283"/>
                        <a14:foregroundMark x1="69541" y1="71933" x2="78097" y2="70818"/>
                        <a14:foregroundMark x1="35387" y1="72491" x2="51198" y2="72491"/>
                        <a14:foregroundMark x1="28200" y1="71933" x2="35729" y2="72212"/>
                        <a14:foregroundMark x1="23409" y1="52230" x2="30253" y2="52230"/>
                        <a14:foregroundMark x1="22998" y1="88011" x2="27515" y2="88476"/>
                        <a14:foregroundMark x1="68925" y1="89312" x2="69952" y2="89684"/>
                        <a14:foregroundMark x1="69884" y1="90428" x2="69884" y2="90428"/>
                        <a14:foregroundMark x1="69062" y1="90149" x2="69541" y2="90149"/>
                        <a14:foregroundMark x1="69405" y1="88941" x2="69405" y2="88941"/>
                        <a14:foregroundMark x1="70363" y1="91357" x2="70363" y2="91357"/>
                        <a14:backgroundMark x1="13415" y1="34480" x2="13415" y2="34480"/>
                        <a14:backgroundMark x1="13073" y1="33736" x2="13005" y2="38290"/>
                        <a14:backgroundMark x1="13415" y1="32249" x2="13279" y2="39312"/>
                        <a14:backgroundMark x1="17728" y1="52695" x2="19713" y2="53346"/>
                        <a14:backgroundMark x1="17864" y1="52416" x2="18960" y2="52695"/>
                        <a14:backgroundMark x1="16496" y1="54926" x2="17864" y2="54368"/>
                        <a14:backgroundMark x1="80835" y1="53439" x2="81520" y2="53439"/>
                        <a14:backgroundMark x1="80493" y1="52695" x2="81930" y2="52695"/>
                        <a14:backgroundMark x1="80356" y1="52602" x2="81109" y2="53346"/>
                        <a14:backgroundMark x1="81040" y1="54926" x2="81314" y2="54926"/>
                        <a14:backgroundMark x1="66393" y1="88104" x2="69131" y2="88104"/>
                        <a14:backgroundMark x1="64476" y1="90985" x2="67899" y2="90799"/>
                        <a14:backgroundMark x1="64476" y1="91171" x2="67693" y2="91171"/>
                        <a14:backgroundMark x1="62218" y1="91357" x2="66393" y2="91357"/>
                        <a14:backgroundMark x1="62971" y1="91357" x2="67556" y2="91357"/>
                        <a14:backgroundMark x1="67967" y1="91171" x2="68446" y2="93680"/>
                        <a14:backgroundMark x1="69438" y1="90598" x2="69952" y2="90985"/>
                        <a14:backgroundMark x1="68104" y1="89591" x2="68571" y2="89943"/>
                        <a14:backgroundMark x1="32375" y1="89126" x2="37372" y2="89591"/>
                        <a14:backgroundMark x1="32991" y1="89126" x2="36550" y2="89033"/>
                        <a14:backgroundMark x1="31417" y1="90613" x2="35318" y2="91357"/>
                        <a14:backgroundMark x1="48255" y1="52045" x2="48255" y2="52045"/>
                        <a14:backgroundMark x1="42847" y1="52230" x2="45517" y2="52788"/>
                        <a14:backgroundMark x1="47228" y1="51766" x2="49213" y2="52323"/>
                        <a14:backgroundMark x1="46270" y1="52045" x2="47228" y2="52230"/>
                        <a14:backgroundMark x1="45791" y1="52416" x2="46886" y2="52602"/>
                        <a14:backgroundMark x1="42847" y1="52788" x2="44079" y2="52974"/>
                        <a14:backgroundMark x1="63997" y1="88290" x2="66393" y2="88104"/>
                        <a14:backgroundMark x1="65366" y1="87732" x2="66461" y2="87918"/>
                        <a14:backgroundMark x1="60849" y1="91078" x2="63107" y2="92379"/>
                        <a14:backgroundMark x1="62012" y1="90985" x2="62491" y2="91078"/>
                        <a14:backgroundMark x1="31485" y1="89963" x2="31964" y2="91729"/>
                        <a14:backgroundMark x1="32854" y1="90056" x2="32101" y2="90985"/>
                      </a14:backgroundRemoval>
                    </a14:imgEffect>
                  </a14:imgLayer>
                </a14:imgProps>
              </a:ext>
            </a:extLst>
          </a:blip>
          <a:srcRect l="14177" t="18046" r="14313" b="44065"/>
          <a:stretch>
            <a:fillRect/>
          </a:stretch>
        </p:blipFill>
        <p:spPr>
          <a:xfrm>
            <a:off x="4364219" y="3199935"/>
            <a:ext cx="801446" cy="312761"/>
          </a:xfrm>
          <a:prstGeom prst="rect">
            <a:avLst/>
          </a:prstGeom>
        </p:spPr>
      </p:pic>
      <p:pic>
        <p:nvPicPr>
          <p:cNvPr id="79" name="Picture 78">
            <a:extLst>
              <a:ext uri="{FF2B5EF4-FFF2-40B4-BE49-F238E27FC236}">
                <a16:creationId xmlns:a16="http://schemas.microsoft.com/office/drawing/2014/main" id="{D1F42D3C-5AC7-6F7D-C148-BB86D49A585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7937" b="91357" l="14648" r="84189">
                        <a14:foregroundMark x1="16975" y1="19052" x2="13963" y2="29461"/>
                        <a14:foregroundMark x1="14484" y1="36693" x2="14921" y2="42751"/>
                        <a14:foregroundMark x1="13963" y1="29461" x2="14166" y2="32276"/>
                        <a14:foregroundMark x1="14921" y1="42751" x2="18549" y2="50279"/>
                        <a14:foregroundMark x1="17747" y1="54568" x2="15264" y2="67844"/>
                        <a14:foregroundMark x1="18549" y1="50279" x2="18461" y2="50749"/>
                        <a14:foregroundMark x1="15264" y1="67844" x2="21150" y2="91357"/>
                        <a14:foregroundMark x1="21150" y1="91357" x2="28611" y2="92100"/>
                        <a14:foregroundMark x1="36359" y1="87386" x2="41136" y2="84480"/>
                        <a14:foregroundMark x1="28611" y1="92100" x2="30245" y2="91106"/>
                        <a14:foregroundMark x1="69278" y1="88286" x2="76865" y2="89312"/>
                        <a14:foregroundMark x1="41136" y1="84480" x2="64304" y2="87613"/>
                        <a14:foregroundMark x1="76865" y1="89312" x2="84394" y2="80112"/>
                        <a14:foregroundMark x1="84394" y1="80112" x2="84736" y2="67937"/>
                        <a14:foregroundMark x1="84736" y1="67937" x2="81279" y2="55002"/>
                        <a14:foregroundMark x1="81588" y1="51028" x2="85216" y2="25743"/>
                        <a14:foregroundMark x1="85216" y1="25743" x2="26626" y2="17565"/>
                        <a14:foregroundMark x1="26626" y1="17565" x2="19233" y2="17937"/>
                        <a14:foregroundMark x1="19233" y1="17937" x2="17112" y2="18773"/>
                        <a14:foregroundMark x1="60917" y1="18216" x2="82272" y2="21747"/>
                        <a14:foregroundMark x1="82272" y1="21747" x2="84257" y2="42844"/>
                        <a14:foregroundMark x1="84257" y1="42844" x2="79261" y2="49628"/>
                        <a14:foregroundMark x1="80014" y1="47398" x2="49722" y2="51378"/>
                        <a14:foregroundMark x1="43242" y1="51472" x2="22724" y2="51022"/>
                        <a14:foregroundMark x1="77344" y1="50000" x2="76797" y2="58178"/>
                        <a14:foregroundMark x1="70294" y1="50000" x2="70294" y2="58364"/>
                        <a14:foregroundMark x1="75565" y1="52323" x2="71389" y2="51301"/>
                        <a14:foregroundMark x1="71047" y1="50279" x2="72621" y2="50093"/>
                        <a14:foregroundMark x1="80493" y1="29740" x2="80698" y2="48606"/>
                        <a14:foregroundMark x1="80698" y1="48606" x2="16769" y2="46375"/>
                        <a14:foregroundMark x1="16769" y1="46375" x2="14107" y2="39342"/>
                        <a14:foregroundMark x1="13610" y1="32256" x2="14648" y2="26115"/>
                        <a14:foregroundMark x1="14648" y1="26115" x2="53936" y2="23420"/>
                        <a14:foregroundMark x1="53936" y1="23420" x2="59411" y2="23420"/>
                        <a14:foregroundMark x1="78576" y1="90706" x2="69918" y2="91034"/>
                        <a14:foregroundMark x1="46475" y1="30390" x2="25462" y2="39498"/>
                        <a14:foregroundMark x1="25462" y1="39498" x2="29569" y2="30483"/>
                        <a14:foregroundMark x1="29569" y1="30483" x2="44832" y2="29461"/>
                        <a14:foregroundMark x1="44832" y1="29461" x2="46338" y2="29740"/>
                        <a14:foregroundMark x1="63176" y1="30112" x2="69405" y2="38104"/>
                        <a14:foregroundMark x1="69405" y1="38104" x2="63997" y2="31506"/>
                        <a14:foregroundMark x1="63997" y1="31506" x2="62149" y2="31227"/>
                        <a14:foregroundMark x1="72553" y1="30019" x2="74401" y2="31413"/>
                        <a14:foregroundMark x1="73785" y1="31227" x2="68857" y2="32714"/>
                        <a14:foregroundMark x1="57632" y1="31134" x2="79603" y2="32435"/>
                        <a14:foregroundMark x1="59754" y1="36431" x2="80082" y2="34758"/>
                        <a14:foregroundMark x1="71184" y1="34758" x2="77823" y2="34201"/>
                        <a14:foregroundMark x1="66940" y1="38755" x2="74880" y2="38476"/>
                        <a14:foregroundMark x1="61670" y1="75836" x2="78850" y2="74535"/>
                        <a14:foregroundMark x1="55168" y1="69610" x2="72621" y2="71283"/>
                        <a14:foregroundMark x1="69541" y1="71933" x2="78097" y2="70818"/>
                        <a14:foregroundMark x1="35387" y1="72491" x2="51198" y2="72491"/>
                        <a14:foregroundMark x1="28200" y1="71933" x2="35729" y2="72212"/>
                        <a14:foregroundMark x1="23409" y1="52230" x2="30253" y2="52230"/>
                        <a14:foregroundMark x1="22998" y1="88011" x2="27515" y2="88476"/>
                        <a14:foregroundMark x1="68925" y1="89312" x2="69952" y2="89684"/>
                        <a14:foregroundMark x1="69884" y1="90428" x2="69884" y2="90428"/>
                        <a14:foregroundMark x1="69062" y1="90149" x2="69541" y2="90149"/>
                        <a14:foregroundMark x1="69405" y1="88941" x2="69405" y2="88941"/>
                        <a14:foregroundMark x1="70363" y1="91357" x2="70363" y2="91357"/>
                        <a14:backgroundMark x1="13415" y1="34480" x2="13415" y2="34480"/>
                        <a14:backgroundMark x1="13073" y1="33736" x2="13005" y2="38290"/>
                        <a14:backgroundMark x1="13415" y1="32249" x2="13279" y2="39312"/>
                        <a14:backgroundMark x1="17728" y1="52695" x2="19713" y2="53346"/>
                        <a14:backgroundMark x1="17864" y1="52416" x2="18960" y2="52695"/>
                        <a14:backgroundMark x1="16496" y1="54926" x2="17864" y2="54368"/>
                        <a14:backgroundMark x1="80835" y1="53439" x2="81520" y2="53439"/>
                        <a14:backgroundMark x1="80493" y1="52695" x2="81930" y2="52695"/>
                        <a14:backgroundMark x1="80356" y1="52602" x2="81109" y2="53346"/>
                        <a14:backgroundMark x1="81040" y1="54926" x2="81314" y2="54926"/>
                        <a14:backgroundMark x1="66393" y1="88104" x2="69131" y2="88104"/>
                        <a14:backgroundMark x1="64476" y1="90985" x2="67899" y2="90799"/>
                        <a14:backgroundMark x1="64476" y1="91171" x2="67693" y2="91171"/>
                        <a14:backgroundMark x1="62218" y1="91357" x2="66393" y2="91357"/>
                        <a14:backgroundMark x1="62971" y1="91357" x2="67556" y2="91357"/>
                        <a14:backgroundMark x1="67967" y1="91171" x2="68446" y2="93680"/>
                        <a14:backgroundMark x1="69438" y1="90598" x2="69952" y2="90985"/>
                        <a14:backgroundMark x1="68104" y1="89591" x2="68571" y2="89943"/>
                        <a14:backgroundMark x1="32375" y1="89126" x2="37372" y2="89591"/>
                        <a14:backgroundMark x1="32991" y1="89126" x2="36550" y2="89033"/>
                        <a14:backgroundMark x1="31417" y1="90613" x2="35318" y2="91357"/>
                        <a14:backgroundMark x1="48255" y1="52045" x2="48255" y2="52045"/>
                        <a14:backgroundMark x1="42847" y1="52230" x2="45517" y2="52788"/>
                        <a14:backgroundMark x1="47228" y1="51766" x2="49213" y2="52323"/>
                        <a14:backgroundMark x1="46270" y1="52045" x2="47228" y2="52230"/>
                        <a14:backgroundMark x1="45791" y1="52416" x2="46886" y2="52602"/>
                        <a14:backgroundMark x1="42847" y1="52788" x2="44079" y2="52974"/>
                        <a14:backgroundMark x1="63997" y1="88290" x2="66393" y2="88104"/>
                        <a14:backgroundMark x1="65366" y1="87732" x2="66461" y2="87918"/>
                        <a14:backgroundMark x1="60849" y1="91078" x2="63107" y2="92379"/>
                        <a14:backgroundMark x1="62012" y1="90985" x2="62491" y2="91078"/>
                        <a14:backgroundMark x1="31485" y1="89963" x2="31964" y2="91729"/>
                        <a14:backgroundMark x1="32854" y1="90056" x2="32101" y2="90985"/>
                      </a14:backgroundRemoval>
                    </a14:imgEffect>
                  </a14:imgLayer>
                </a14:imgProps>
              </a:ext>
            </a:extLst>
          </a:blip>
          <a:srcRect l="14177" t="18046" r="14313" b="44065"/>
          <a:stretch>
            <a:fillRect/>
          </a:stretch>
        </p:blipFill>
        <p:spPr>
          <a:xfrm>
            <a:off x="6092084" y="3199935"/>
            <a:ext cx="801446" cy="312761"/>
          </a:xfrm>
          <a:prstGeom prst="rect">
            <a:avLst/>
          </a:prstGeom>
        </p:spPr>
      </p:pic>
      <p:pic>
        <p:nvPicPr>
          <p:cNvPr id="81" name="Picture 80">
            <a:extLst>
              <a:ext uri="{FF2B5EF4-FFF2-40B4-BE49-F238E27FC236}">
                <a16:creationId xmlns:a16="http://schemas.microsoft.com/office/drawing/2014/main" id="{DB10950B-15EE-5F27-0B6B-C25AAE2AF44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7937" b="91357" l="14648" r="84189">
                        <a14:foregroundMark x1="16975" y1="19052" x2="13963" y2="29461"/>
                        <a14:foregroundMark x1="14484" y1="36693" x2="14921" y2="42751"/>
                        <a14:foregroundMark x1="13963" y1="29461" x2="14166" y2="32276"/>
                        <a14:foregroundMark x1="14921" y1="42751" x2="18549" y2="50279"/>
                        <a14:foregroundMark x1="17747" y1="54568" x2="15264" y2="67844"/>
                        <a14:foregroundMark x1="18549" y1="50279" x2="18461" y2="50749"/>
                        <a14:foregroundMark x1="15264" y1="67844" x2="21150" y2="91357"/>
                        <a14:foregroundMark x1="21150" y1="91357" x2="28611" y2="92100"/>
                        <a14:foregroundMark x1="36359" y1="87386" x2="41136" y2="84480"/>
                        <a14:foregroundMark x1="28611" y1="92100" x2="30245" y2="91106"/>
                        <a14:foregroundMark x1="69278" y1="88286" x2="76865" y2="89312"/>
                        <a14:foregroundMark x1="41136" y1="84480" x2="64304" y2="87613"/>
                        <a14:foregroundMark x1="76865" y1="89312" x2="84394" y2="80112"/>
                        <a14:foregroundMark x1="84394" y1="80112" x2="84736" y2="67937"/>
                        <a14:foregroundMark x1="84736" y1="67937" x2="81279" y2="55002"/>
                        <a14:foregroundMark x1="81588" y1="51028" x2="85216" y2="25743"/>
                        <a14:foregroundMark x1="85216" y1="25743" x2="26626" y2="17565"/>
                        <a14:foregroundMark x1="26626" y1="17565" x2="19233" y2="17937"/>
                        <a14:foregroundMark x1="19233" y1="17937" x2="17112" y2="18773"/>
                        <a14:foregroundMark x1="60917" y1="18216" x2="82272" y2="21747"/>
                        <a14:foregroundMark x1="82272" y1="21747" x2="84257" y2="42844"/>
                        <a14:foregroundMark x1="84257" y1="42844" x2="79261" y2="49628"/>
                        <a14:foregroundMark x1="80014" y1="47398" x2="49722" y2="51378"/>
                        <a14:foregroundMark x1="43242" y1="51472" x2="22724" y2="51022"/>
                        <a14:foregroundMark x1="77344" y1="50000" x2="76797" y2="58178"/>
                        <a14:foregroundMark x1="70294" y1="50000" x2="70294" y2="58364"/>
                        <a14:foregroundMark x1="75565" y1="52323" x2="71389" y2="51301"/>
                        <a14:foregroundMark x1="71047" y1="50279" x2="72621" y2="50093"/>
                        <a14:foregroundMark x1="80493" y1="29740" x2="80698" y2="48606"/>
                        <a14:foregroundMark x1="80698" y1="48606" x2="16769" y2="46375"/>
                        <a14:foregroundMark x1="16769" y1="46375" x2="14107" y2="39342"/>
                        <a14:foregroundMark x1="13610" y1="32256" x2="14648" y2="26115"/>
                        <a14:foregroundMark x1="14648" y1="26115" x2="53936" y2="23420"/>
                        <a14:foregroundMark x1="53936" y1="23420" x2="59411" y2="23420"/>
                        <a14:foregroundMark x1="78576" y1="90706" x2="69918" y2="91034"/>
                        <a14:foregroundMark x1="46475" y1="30390" x2="25462" y2="39498"/>
                        <a14:foregroundMark x1="25462" y1="39498" x2="29569" y2="30483"/>
                        <a14:foregroundMark x1="29569" y1="30483" x2="44832" y2="29461"/>
                        <a14:foregroundMark x1="44832" y1="29461" x2="46338" y2="29740"/>
                        <a14:foregroundMark x1="63176" y1="30112" x2="69405" y2="38104"/>
                        <a14:foregroundMark x1="69405" y1="38104" x2="63997" y2="31506"/>
                        <a14:foregroundMark x1="63997" y1="31506" x2="62149" y2="31227"/>
                        <a14:foregroundMark x1="72553" y1="30019" x2="74401" y2="31413"/>
                        <a14:foregroundMark x1="73785" y1="31227" x2="68857" y2="32714"/>
                        <a14:foregroundMark x1="57632" y1="31134" x2="79603" y2="32435"/>
                        <a14:foregroundMark x1="59754" y1="36431" x2="80082" y2="34758"/>
                        <a14:foregroundMark x1="71184" y1="34758" x2="77823" y2="34201"/>
                        <a14:foregroundMark x1="66940" y1="38755" x2="74880" y2="38476"/>
                        <a14:foregroundMark x1="61670" y1="75836" x2="78850" y2="74535"/>
                        <a14:foregroundMark x1="55168" y1="69610" x2="72621" y2="71283"/>
                        <a14:foregroundMark x1="69541" y1="71933" x2="78097" y2="70818"/>
                        <a14:foregroundMark x1="35387" y1="72491" x2="51198" y2="72491"/>
                        <a14:foregroundMark x1="28200" y1="71933" x2="35729" y2="72212"/>
                        <a14:foregroundMark x1="23409" y1="52230" x2="30253" y2="52230"/>
                        <a14:foregroundMark x1="22998" y1="88011" x2="27515" y2="88476"/>
                        <a14:foregroundMark x1="68925" y1="89312" x2="69952" y2="89684"/>
                        <a14:foregroundMark x1="69884" y1="90428" x2="69884" y2="90428"/>
                        <a14:foregroundMark x1="69062" y1="90149" x2="69541" y2="90149"/>
                        <a14:foregroundMark x1="69405" y1="88941" x2="69405" y2="88941"/>
                        <a14:foregroundMark x1="70363" y1="91357" x2="70363" y2="91357"/>
                        <a14:backgroundMark x1="13415" y1="34480" x2="13415" y2="34480"/>
                        <a14:backgroundMark x1="13073" y1="33736" x2="13005" y2="38290"/>
                        <a14:backgroundMark x1="13415" y1="32249" x2="13279" y2="39312"/>
                        <a14:backgroundMark x1="17728" y1="52695" x2="19713" y2="53346"/>
                        <a14:backgroundMark x1="17864" y1="52416" x2="18960" y2="52695"/>
                        <a14:backgroundMark x1="16496" y1="54926" x2="17864" y2="54368"/>
                        <a14:backgroundMark x1="80835" y1="53439" x2="81520" y2="53439"/>
                        <a14:backgroundMark x1="80493" y1="52695" x2="81930" y2="52695"/>
                        <a14:backgroundMark x1="80356" y1="52602" x2="81109" y2="53346"/>
                        <a14:backgroundMark x1="81040" y1="54926" x2="81314" y2="54926"/>
                        <a14:backgroundMark x1="66393" y1="88104" x2="69131" y2="88104"/>
                        <a14:backgroundMark x1="64476" y1="90985" x2="67899" y2="90799"/>
                        <a14:backgroundMark x1="64476" y1="91171" x2="67693" y2="91171"/>
                        <a14:backgroundMark x1="62218" y1="91357" x2="66393" y2="91357"/>
                        <a14:backgroundMark x1="62971" y1="91357" x2="67556" y2="91357"/>
                        <a14:backgroundMark x1="67967" y1="91171" x2="68446" y2="93680"/>
                        <a14:backgroundMark x1="69438" y1="90598" x2="69952" y2="90985"/>
                        <a14:backgroundMark x1="68104" y1="89591" x2="68571" y2="89943"/>
                        <a14:backgroundMark x1="32375" y1="89126" x2="37372" y2="89591"/>
                        <a14:backgroundMark x1="32991" y1="89126" x2="36550" y2="89033"/>
                        <a14:backgroundMark x1="31417" y1="90613" x2="35318" y2="91357"/>
                        <a14:backgroundMark x1="48255" y1="52045" x2="48255" y2="52045"/>
                        <a14:backgroundMark x1="42847" y1="52230" x2="45517" y2="52788"/>
                        <a14:backgroundMark x1="47228" y1="51766" x2="49213" y2="52323"/>
                        <a14:backgroundMark x1="46270" y1="52045" x2="47228" y2="52230"/>
                        <a14:backgroundMark x1="45791" y1="52416" x2="46886" y2="52602"/>
                        <a14:backgroundMark x1="42847" y1="52788" x2="44079" y2="52974"/>
                        <a14:backgroundMark x1="63997" y1="88290" x2="66393" y2="88104"/>
                        <a14:backgroundMark x1="65366" y1="87732" x2="66461" y2="87918"/>
                        <a14:backgroundMark x1="60849" y1="91078" x2="63107" y2="92379"/>
                        <a14:backgroundMark x1="62012" y1="90985" x2="62491" y2="91078"/>
                        <a14:backgroundMark x1="31485" y1="89963" x2="31964" y2="91729"/>
                        <a14:backgroundMark x1="32854" y1="90056" x2="32101" y2="90985"/>
                      </a14:backgroundRemoval>
                    </a14:imgEffect>
                  </a14:imgLayer>
                </a14:imgProps>
              </a:ext>
            </a:extLst>
          </a:blip>
          <a:srcRect l="14177" t="18046" r="14313" b="44065"/>
          <a:stretch>
            <a:fillRect/>
          </a:stretch>
        </p:blipFill>
        <p:spPr>
          <a:xfrm>
            <a:off x="7793914" y="3200678"/>
            <a:ext cx="801446" cy="312761"/>
          </a:xfrm>
          <a:prstGeom prst="rect">
            <a:avLst/>
          </a:prstGeom>
        </p:spPr>
      </p:pic>
      <p:sp>
        <p:nvSpPr>
          <p:cNvPr id="82" name="TextBox 81">
            <a:extLst>
              <a:ext uri="{FF2B5EF4-FFF2-40B4-BE49-F238E27FC236}">
                <a16:creationId xmlns:a16="http://schemas.microsoft.com/office/drawing/2014/main" id="{85ECD379-3B88-8B9E-C5C4-877164359CEF}"/>
              </a:ext>
            </a:extLst>
          </p:cNvPr>
          <p:cNvSpPr txBox="1"/>
          <p:nvPr/>
        </p:nvSpPr>
        <p:spPr>
          <a:xfrm>
            <a:off x="4083880" y="2827607"/>
            <a:ext cx="15844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/>
              <a:t>Worker Node 1</a:t>
            </a:r>
            <a:endParaRPr lang="en-IN" sz="160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783BFFCB-0061-F2B0-7B49-9271AC7ED715}"/>
              </a:ext>
            </a:extLst>
          </p:cNvPr>
          <p:cNvSpPr txBox="1"/>
          <p:nvPr/>
        </p:nvSpPr>
        <p:spPr>
          <a:xfrm>
            <a:off x="5785709" y="2827607"/>
            <a:ext cx="15844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/>
              <a:t>Worker Node 2</a:t>
            </a:r>
            <a:endParaRPr lang="en-IN" sz="160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82BF92F-F9B4-A20A-60BD-C2C5F29524AD}"/>
              </a:ext>
            </a:extLst>
          </p:cNvPr>
          <p:cNvSpPr txBox="1"/>
          <p:nvPr/>
        </p:nvSpPr>
        <p:spPr>
          <a:xfrm>
            <a:off x="7461466" y="2816870"/>
            <a:ext cx="15844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/>
              <a:t>Worker Node 3</a:t>
            </a:r>
            <a:endParaRPr lang="en-IN" sz="1600"/>
          </a:p>
        </p:txBody>
      </p:sp>
      <p:grpSp>
        <p:nvGrpSpPr>
          <p:cNvPr id="93" name="Group 92">
            <a:extLst>
              <a:ext uri="{FF2B5EF4-FFF2-40B4-BE49-F238E27FC236}">
                <a16:creationId xmlns:a16="http://schemas.microsoft.com/office/drawing/2014/main" id="{9CDACD7E-4C8E-1220-8D86-31842945404A}"/>
              </a:ext>
            </a:extLst>
          </p:cNvPr>
          <p:cNvGrpSpPr/>
          <p:nvPr/>
        </p:nvGrpSpPr>
        <p:grpSpPr>
          <a:xfrm>
            <a:off x="4054329" y="3586941"/>
            <a:ext cx="1453171" cy="566446"/>
            <a:chOff x="4030392" y="3586941"/>
            <a:chExt cx="1453171" cy="566446"/>
          </a:xfrm>
        </p:grpSpPr>
        <p:sp>
          <p:nvSpPr>
            <p:cNvPr id="88" name="Rectangle: Rounded Corners 87">
              <a:extLst>
                <a:ext uri="{FF2B5EF4-FFF2-40B4-BE49-F238E27FC236}">
                  <a16:creationId xmlns:a16="http://schemas.microsoft.com/office/drawing/2014/main" id="{3219AC9F-4EF6-581A-60EE-280826EC92A0}"/>
                </a:ext>
              </a:extLst>
            </p:cNvPr>
            <p:cNvSpPr/>
            <p:nvPr/>
          </p:nvSpPr>
          <p:spPr>
            <a:xfrm>
              <a:off x="4030392" y="3586941"/>
              <a:ext cx="1453171" cy="566446"/>
            </a:xfrm>
            <a:prstGeom prst="roundRect">
              <a:avLst>
                <a:gd name="adj" fmla="val 10313"/>
              </a:avLst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IN">
                <a:solidFill>
                  <a:schemeClr val="tx1"/>
                </a:solidFill>
              </a:endParaRPr>
            </a:p>
          </p:txBody>
        </p:sp>
        <p:sp>
          <p:nvSpPr>
            <p:cNvPr id="90" name="Rectangle: Rounded Corners 89">
              <a:extLst>
                <a:ext uri="{FF2B5EF4-FFF2-40B4-BE49-F238E27FC236}">
                  <a16:creationId xmlns:a16="http://schemas.microsoft.com/office/drawing/2014/main" id="{45B56A89-6BB6-BEC0-A922-5B720FA77733}"/>
                </a:ext>
              </a:extLst>
            </p:cNvPr>
            <p:cNvSpPr/>
            <p:nvPr/>
          </p:nvSpPr>
          <p:spPr>
            <a:xfrm>
              <a:off x="4119050" y="3876368"/>
              <a:ext cx="572412" cy="229885"/>
            </a:xfrm>
            <a:prstGeom prst="roundRect">
              <a:avLst>
                <a:gd name="adj" fmla="val 10313"/>
              </a:avLst>
            </a:prstGeom>
            <a:solidFill>
              <a:srgbClr val="ECBDFF"/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b="1">
                  <a:solidFill>
                    <a:srgbClr val="002060"/>
                  </a:solidFill>
                </a:rPr>
                <a:t>Task</a:t>
              </a:r>
              <a:endParaRPr lang="en-IN" sz="1600" b="1">
                <a:solidFill>
                  <a:srgbClr val="002060"/>
                </a:solidFill>
              </a:endParaRPr>
            </a:p>
          </p:txBody>
        </p:sp>
        <p:sp>
          <p:nvSpPr>
            <p:cNvPr id="92" name="Rectangle: Rounded Corners 91">
              <a:extLst>
                <a:ext uri="{FF2B5EF4-FFF2-40B4-BE49-F238E27FC236}">
                  <a16:creationId xmlns:a16="http://schemas.microsoft.com/office/drawing/2014/main" id="{24E535F4-5274-7626-55BE-359F67ABC5A3}"/>
                </a:ext>
              </a:extLst>
            </p:cNvPr>
            <p:cNvSpPr/>
            <p:nvPr/>
          </p:nvSpPr>
          <p:spPr>
            <a:xfrm>
              <a:off x="4808579" y="3876368"/>
              <a:ext cx="572412" cy="229885"/>
            </a:xfrm>
            <a:prstGeom prst="roundRect">
              <a:avLst>
                <a:gd name="adj" fmla="val 10313"/>
              </a:avLst>
            </a:prstGeom>
            <a:solidFill>
              <a:srgbClr val="ECBDFF"/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b="1">
                  <a:solidFill>
                    <a:srgbClr val="002060"/>
                  </a:solidFill>
                </a:rPr>
                <a:t>Task</a:t>
              </a:r>
              <a:endParaRPr lang="en-IN" sz="1600" b="1">
                <a:solidFill>
                  <a:srgbClr val="002060"/>
                </a:solidFill>
              </a:endParaRPr>
            </a:p>
          </p:txBody>
        </p:sp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4B90BBB5-499C-A0D7-357A-23BF9ECDBE1B}"/>
              </a:ext>
            </a:extLst>
          </p:cNvPr>
          <p:cNvGrpSpPr/>
          <p:nvPr/>
        </p:nvGrpSpPr>
        <p:grpSpPr>
          <a:xfrm>
            <a:off x="5760439" y="3571789"/>
            <a:ext cx="1453171" cy="566446"/>
            <a:chOff x="4030392" y="3586941"/>
            <a:chExt cx="1453171" cy="566446"/>
          </a:xfrm>
        </p:grpSpPr>
        <p:sp>
          <p:nvSpPr>
            <p:cNvPr id="95" name="Rectangle: Rounded Corners 94">
              <a:extLst>
                <a:ext uri="{FF2B5EF4-FFF2-40B4-BE49-F238E27FC236}">
                  <a16:creationId xmlns:a16="http://schemas.microsoft.com/office/drawing/2014/main" id="{456FA449-FFC8-46E0-7C9C-028BE6555A28}"/>
                </a:ext>
              </a:extLst>
            </p:cNvPr>
            <p:cNvSpPr/>
            <p:nvPr/>
          </p:nvSpPr>
          <p:spPr>
            <a:xfrm>
              <a:off x="4030392" y="3586941"/>
              <a:ext cx="1453171" cy="566446"/>
            </a:xfrm>
            <a:prstGeom prst="roundRect">
              <a:avLst>
                <a:gd name="adj" fmla="val 10313"/>
              </a:avLst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IN">
                <a:solidFill>
                  <a:schemeClr val="tx1"/>
                </a:solidFill>
              </a:endParaRPr>
            </a:p>
          </p:txBody>
        </p:sp>
        <p:sp>
          <p:nvSpPr>
            <p:cNvPr id="96" name="Rectangle: Rounded Corners 95">
              <a:extLst>
                <a:ext uri="{FF2B5EF4-FFF2-40B4-BE49-F238E27FC236}">
                  <a16:creationId xmlns:a16="http://schemas.microsoft.com/office/drawing/2014/main" id="{5CF9401C-FC9E-3387-D452-E593774009CE}"/>
                </a:ext>
              </a:extLst>
            </p:cNvPr>
            <p:cNvSpPr/>
            <p:nvPr/>
          </p:nvSpPr>
          <p:spPr>
            <a:xfrm>
              <a:off x="4119050" y="3876368"/>
              <a:ext cx="572412" cy="229885"/>
            </a:xfrm>
            <a:prstGeom prst="roundRect">
              <a:avLst>
                <a:gd name="adj" fmla="val 10313"/>
              </a:avLst>
            </a:prstGeom>
            <a:solidFill>
              <a:srgbClr val="ECBDFF"/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b="1">
                  <a:solidFill>
                    <a:srgbClr val="002060"/>
                  </a:solidFill>
                </a:rPr>
                <a:t>Task</a:t>
              </a:r>
              <a:endParaRPr lang="en-IN" sz="1600" b="1">
                <a:solidFill>
                  <a:srgbClr val="002060"/>
                </a:solidFill>
              </a:endParaRPr>
            </a:p>
          </p:txBody>
        </p:sp>
        <p:sp>
          <p:nvSpPr>
            <p:cNvPr id="97" name="Rectangle: Rounded Corners 96">
              <a:extLst>
                <a:ext uri="{FF2B5EF4-FFF2-40B4-BE49-F238E27FC236}">
                  <a16:creationId xmlns:a16="http://schemas.microsoft.com/office/drawing/2014/main" id="{91144E07-8000-D17C-3BFB-EEAB1B0D5F41}"/>
                </a:ext>
              </a:extLst>
            </p:cNvPr>
            <p:cNvSpPr/>
            <p:nvPr/>
          </p:nvSpPr>
          <p:spPr>
            <a:xfrm>
              <a:off x="4808579" y="3876368"/>
              <a:ext cx="572412" cy="229885"/>
            </a:xfrm>
            <a:prstGeom prst="roundRect">
              <a:avLst>
                <a:gd name="adj" fmla="val 10313"/>
              </a:avLst>
            </a:prstGeom>
            <a:solidFill>
              <a:srgbClr val="ECBDFF"/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b="1">
                  <a:solidFill>
                    <a:srgbClr val="002060"/>
                  </a:solidFill>
                </a:rPr>
                <a:t>Task</a:t>
              </a:r>
              <a:endParaRPr lang="en-IN" sz="1600" b="1">
                <a:solidFill>
                  <a:srgbClr val="002060"/>
                </a:solidFill>
              </a:endParaRPr>
            </a:p>
          </p:txBody>
        </p:sp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FE8D133C-A3D2-E95A-68B0-D1DA3F87CC44}"/>
              </a:ext>
            </a:extLst>
          </p:cNvPr>
          <p:cNvGrpSpPr/>
          <p:nvPr/>
        </p:nvGrpSpPr>
        <p:grpSpPr>
          <a:xfrm>
            <a:off x="7483314" y="3571789"/>
            <a:ext cx="1453171" cy="566446"/>
            <a:chOff x="4030392" y="3586941"/>
            <a:chExt cx="1453171" cy="566446"/>
          </a:xfrm>
        </p:grpSpPr>
        <p:sp>
          <p:nvSpPr>
            <p:cNvPr id="99" name="Rectangle: Rounded Corners 98">
              <a:extLst>
                <a:ext uri="{FF2B5EF4-FFF2-40B4-BE49-F238E27FC236}">
                  <a16:creationId xmlns:a16="http://schemas.microsoft.com/office/drawing/2014/main" id="{9A5C7109-D3D4-12D1-5AEC-DB621034131C}"/>
                </a:ext>
              </a:extLst>
            </p:cNvPr>
            <p:cNvSpPr/>
            <p:nvPr/>
          </p:nvSpPr>
          <p:spPr>
            <a:xfrm>
              <a:off x="4030392" y="3586941"/>
              <a:ext cx="1453171" cy="566446"/>
            </a:xfrm>
            <a:prstGeom prst="roundRect">
              <a:avLst>
                <a:gd name="adj" fmla="val 10313"/>
              </a:avLst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IN">
                <a:solidFill>
                  <a:schemeClr val="tx1"/>
                </a:solidFill>
              </a:endParaRPr>
            </a:p>
          </p:txBody>
        </p:sp>
        <p:sp>
          <p:nvSpPr>
            <p:cNvPr id="100" name="Rectangle: Rounded Corners 99">
              <a:extLst>
                <a:ext uri="{FF2B5EF4-FFF2-40B4-BE49-F238E27FC236}">
                  <a16:creationId xmlns:a16="http://schemas.microsoft.com/office/drawing/2014/main" id="{91E55F5B-B8B3-720D-6C4D-AEA62F4EDAFA}"/>
                </a:ext>
              </a:extLst>
            </p:cNvPr>
            <p:cNvSpPr/>
            <p:nvPr/>
          </p:nvSpPr>
          <p:spPr>
            <a:xfrm>
              <a:off x="4119050" y="3876368"/>
              <a:ext cx="572412" cy="229885"/>
            </a:xfrm>
            <a:prstGeom prst="roundRect">
              <a:avLst>
                <a:gd name="adj" fmla="val 10313"/>
              </a:avLst>
            </a:prstGeom>
            <a:solidFill>
              <a:srgbClr val="ECBDFF"/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b="1">
                  <a:solidFill>
                    <a:srgbClr val="002060"/>
                  </a:solidFill>
                </a:rPr>
                <a:t>Task</a:t>
              </a:r>
              <a:endParaRPr lang="en-IN" sz="1600" b="1">
                <a:solidFill>
                  <a:srgbClr val="002060"/>
                </a:solidFill>
              </a:endParaRPr>
            </a:p>
          </p:txBody>
        </p:sp>
        <p:sp>
          <p:nvSpPr>
            <p:cNvPr id="101" name="Rectangle: Rounded Corners 100">
              <a:extLst>
                <a:ext uri="{FF2B5EF4-FFF2-40B4-BE49-F238E27FC236}">
                  <a16:creationId xmlns:a16="http://schemas.microsoft.com/office/drawing/2014/main" id="{2F5B7CD5-423E-E975-A478-38643C12330D}"/>
                </a:ext>
              </a:extLst>
            </p:cNvPr>
            <p:cNvSpPr/>
            <p:nvPr/>
          </p:nvSpPr>
          <p:spPr>
            <a:xfrm>
              <a:off x="4808579" y="3876368"/>
              <a:ext cx="572412" cy="229885"/>
            </a:xfrm>
            <a:prstGeom prst="roundRect">
              <a:avLst>
                <a:gd name="adj" fmla="val 10313"/>
              </a:avLst>
            </a:prstGeom>
            <a:solidFill>
              <a:srgbClr val="ECBDFF"/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b="1">
                  <a:solidFill>
                    <a:srgbClr val="002060"/>
                  </a:solidFill>
                </a:rPr>
                <a:t>Task</a:t>
              </a:r>
              <a:endParaRPr lang="en-IN" sz="1600" b="1">
                <a:solidFill>
                  <a:srgbClr val="002060"/>
                </a:solidFill>
              </a:endParaRPr>
            </a:p>
          </p:txBody>
        </p:sp>
      </p:grpSp>
      <p:sp>
        <p:nvSpPr>
          <p:cNvPr id="102" name="TextBox 101">
            <a:extLst>
              <a:ext uri="{FF2B5EF4-FFF2-40B4-BE49-F238E27FC236}">
                <a16:creationId xmlns:a16="http://schemas.microsoft.com/office/drawing/2014/main" id="{0BEA4B49-4C4A-5EF0-DEA3-C4CD4ABCFBC8}"/>
              </a:ext>
            </a:extLst>
          </p:cNvPr>
          <p:cNvSpPr txBox="1"/>
          <p:nvPr/>
        </p:nvSpPr>
        <p:spPr>
          <a:xfrm>
            <a:off x="4385073" y="3556122"/>
            <a:ext cx="7916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/>
              <a:t>Executor</a:t>
            </a:r>
            <a:endParaRPr lang="en-IN" sz="1200" b="1"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155E4E15-714B-C2E5-9B9F-16F37C4A8C54}"/>
              </a:ext>
            </a:extLst>
          </p:cNvPr>
          <p:cNvSpPr txBox="1"/>
          <p:nvPr/>
        </p:nvSpPr>
        <p:spPr>
          <a:xfrm>
            <a:off x="6092084" y="3553457"/>
            <a:ext cx="7916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/>
              <a:t>Executor</a:t>
            </a:r>
            <a:endParaRPr lang="en-IN" sz="1200" b="1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AEFBFE37-0B53-E7A1-9AC2-E17777507609}"/>
              </a:ext>
            </a:extLst>
          </p:cNvPr>
          <p:cNvSpPr txBox="1"/>
          <p:nvPr/>
        </p:nvSpPr>
        <p:spPr>
          <a:xfrm>
            <a:off x="7798796" y="3561357"/>
            <a:ext cx="7916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/>
              <a:t>Executor</a:t>
            </a:r>
            <a:endParaRPr lang="en-IN" sz="1200" b="1"/>
          </a:p>
        </p:txBody>
      </p: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19FF2EE7-E033-9A5A-84CD-BFC0257A262E}"/>
              </a:ext>
            </a:extLst>
          </p:cNvPr>
          <p:cNvCxnSpPr>
            <a:stCxn id="33" idx="2"/>
            <a:endCxn id="39" idx="0"/>
          </p:cNvCxnSpPr>
          <p:nvPr/>
        </p:nvCxnSpPr>
        <p:spPr>
          <a:xfrm>
            <a:off x="6590714" y="1247159"/>
            <a:ext cx="0" cy="19616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022F64FB-E3B3-114D-E009-74FD78BF3711}"/>
              </a:ext>
            </a:extLst>
          </p:cNvPr>
          <p:cNvCxnSpPr/>
          <p:nvPr/>
        </p:nvCxnSpPr>
        <p:spPr>
          <a:xfrm>
            <a:off x="6577944" y="1865666"/>
            <a:ext cx="0" cy="19616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86275814-329D-0D4C-728A-0697C6B3CCA4}"/>
              </a:ext>
            </a:extLst>
          </p:cNvPr>
          <p:cNvCxnSpPr>
            <a:cxnSpLocks/>
            <a:stCxn id="43" idx="2"/>
            <a:endCxn id="73" idx="0"/>
          </p:cNvCxnSpPr>
          <p:nvPr/>
        </p:nvCxnSpPr>
        <p:spPr>
          <a:xfrm flipH="1">
            <a:off x="6492807" y="2477527"/>
            <a:ext cx="97907" cy="29014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9CB1E09A-191F-5FA0-9AEC-A19D044BDB3A}"/>
              </a:ext>
            </a:extLst>
          </p:cNvPr>
          <p:cNvCxnSpPr>
            <a:cxnSpLocks/>
            <a:stCxn id="43" idx="2"/>
            <a:endCxn id="75" idx="0"/>
          </p:cNvCxnSpPr>
          <p:nvPr/>
        </p:nvCxnSpPr>
        <p:spPr>
          <a:xfrm>
            <a:off x="6590714" y="2477527"/>
            <a:ext cx="1618918" cy="29014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279A2F83-DD96-8B11-FE74-D8480CE493AA}"/>
              </a:ext>
            </a:extLst>
          </p:cNvPr>
          <p:cNvCxnSpPr>
            <a:cxnSpLocks/>
            <a:stCxn id="43" idx="2"/>
            <a:endCxn id="65" idx="0"/>
          </p:cNvCxnSpPr>
          <p:nvPr/>
        </p:nvCxnSpPr>
        <p:spPr>
          <a:xfrm flipH="1">
            <a:off x="4775982" y="2477527"/>
            <a:ext cx="1814732" cy="29014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0" name="TextBox 119">
            <a:extLst>
              <a:ext uri="{FF2B5EF4-FFF2-40B4-BE49-F238E27FC236}">
                <a16:creationId xmlns:a16="http://schemas.microsoft.com/office/drawing/2014/main" id="{57B3A28F-DED0-FD1D-CF29-1CE9A7357B6F}"/>
              </a:ext>
            </a:extLst>
          </p:cNvPr>
          <p:cNvSpPr txBox="1"/>
          <p:nvPr/>
        </p:nvSpPr>
        <p:spPr>
          <a:xfrm>
            <a:off x="409551" y="4402661"/>
            <a:ext cx="8468751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300" b="1">
                <a:solidFill>
                  <a:schemeClr val="bg1"/>
                </a:solidFill>
              </a:rPr>
              <a:t>Spark distributes processing across worker nodes while the driver coordinates execution and resource management.</a:t>
            </a:r>
            <a:endParaRPr lang="en-IN" sz="1300">
              <a:solidFill>
                <a:schemeClr val="bg1"/>
              </a:solidFill>
            </a:endParaRPr>
          </a:p>
          <a:p>
            <a:endParaRPr lang="en-IN" sz="1300">
              <a:solidFill>
                <a:schemeClr val="bg1"/>
              </a:solidFill>
            </a:endParaRPr>
          </a:p>
        </p:txBody>
      </p: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C8C25E0F-855A-D0B1-EF57-9723283BDC87}"/>
              </a:ext>
            </a:extLst>
          </p:cNvPr>
          <p:cNvCxnSpPr>
            <a:cxnSpLocks/>
            <a:stCxn id="47" idx="3"/>
            <a:endCxn id="39" idx="1"/>
          </p:cNvCxnSpPr>
          <p:nvPr/>
        </p:nvCxnSpPr>
        <p:spPr>
          <a:xfrm flipV="1">
            <a:off x="5131530" y="1653610"/>
            <a:ext cx="305633" cy="12072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25A1C"/>
          </a:solidFill>
          <a:ln w="12700">
            <a:solidFill>
              <a:srgbClr val="E25A1C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A6B8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  <p:sp>
        <p:nvSpPr>
          <p:cNvPr id="15" name="Shape 3">
            <a:extLst>
              <a:ext uri="{FF2B5EF4-FFF2-40B4-BE49-F238E27FC236}">
                <a16:creationId xmlns:a16="http://schemas.microsoft.com/office/drawing/2014/main" id="{5CD0DB3D-F84E-AB11-8DB9-7DC777EA3397}"/>
              </a:ext>
            </a:extLst>
          </p:cNvPr>
          <p:cNvSpPr/>
          <p:nvPr/>
        </p:nvSpPr>
        <p:spPr>
          <a:xfrm>
            <a:off x="400929" y="4334312"/>
            <a:ext cx="8468751" cy="420568"/>
          </a:xfrm>
          <a:prstGeom prst="roundRect">
            <a:avLst>
              <a:gd name="adj" fmla="val 13333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DC5C052-981E-2325-C531-02DD5357FEBD}"/>
              </a:ext>
            </a:extLst>
          </p:cNvPr>
          <p:cNvSpPr txBox="1"/>
          <p:nvPr/>
        </p:nvSpPr>
        <p:spPr>
          <a:xfrm>
            <a:off x="541605" y="4405595"/>
            <a:ext cx="81873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>
                <a:solidFill>
                  <a:schemeClr val="bg1"/>
                </a:solidFill>
              </a:rPr>
              <a:t>The Driver Program manages execution logic, while the Cluster Manager provides the resources needed to run the application.</a:t>
            </a:r>
            <a:endParaRPr lang="en-IN" sz="1200">
              <a:solidFill>
                <a:schemeClr val="bg1"/>
              </a:solidFill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FCBE1B06-8DB4-CB4B-D413-96CA92DC4710}"/>
              </a:ext>
            </a:extLst>
          </p:cNvPr>
          <p:cNvSpPr/>
          <p:nvPr/>
        </p:nvSpPr>
        <p:spPr>
          <a:xfrm>
            <a:off x="222971" y="1080122"/>
            <a:ext cx="3152250" cy="3159234"/>
          </a:xfrm>
          <a:prstGeom prst="roundRect">
            <a:avLst>
              <a:gd name="adj" fmla="val 7599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B09432A-86CE-8E4A-AF25-9E5BEF68FD00}"/>
              </a:ext>
            </a:extLst>
          </p:cNvPr>
          <p:cNvSpPr txBox="1"/>
          <p:nvPr/>
        </p:nvSpPr>
        <p:spPr>
          <a:xfrm>
            <a:off x="264317" y="1198645"/>
            <a:ext cx="3040192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>
                <a:solidFill>
                  <a:srgbClr val="C00000"/>
                </a:solidFill>
              </a:rPr>
              <a:t>Driver Program</a:t>
            </a:r>
          </a:p>
          <a:p>
            <a:r>
              <a:rPr lang="en-IN" sz="1400">
                <a:solidFill>
                  <a:srgbClr val="C00000"/>
                </a:solidFill>
              </a:rPr>
              <a:t>Coordinates the Spark </a:t>
            </a:r>
          </a:p>
          <a:p>
            <a:r>
              <a:rPr lang="en-IN" sz="1400">
                <a:solidFill>
                  <a:srgbClr val="C00000"/>
                </a:solidFill>
              </a:rPr>
              <a:t>application</a:t>
            </a:r>
            <a:endParaRPr lang="en-IN" sz="1400" b="1">
              <a:solidFill>
                <a:srgbClr val="C00000"/>
              </a:solidFill>
            </a:endParaRPr>
          </a:p>
          <a:p>
            <a:r>
              <a:rPr lang="en-IN" sz="2000" b="1">
                <a:solidFill>
                  <a:srgbClr val="C00000"/>
                </a:solidFill>
              </a:rPr>
              <a:t>Responsibilities</a:t>
            </a:r>
            <a:r>
              <a:rPr lang="en-IN" sz="2000" b="1">
                <a:solidFill>
                  <a:srgbClr val="C00000"/>
                </a:solidFill>
                <a:highlight>
                  <a:srgbClr val="FBB3A7"/>
                </a:highlight>
              </a:rPr>
              <a:t> 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>
                <a:solidFill>
                  <a:srgbClr val="C00000"/>
                </a:solidFill>
              </a:rPr>
              <a:t>Creates </a:t>
            </a:r>
            <a:r>
              <a:rPr lang="en-IN" sz="1600" err="1">
                <a:solidFill>
                  <a:srgbClr val="C00000"/>
                </a:solidFill>
              </a:rPr>
              <a:t>SparkContext</a:t>
            </a:r>
            <a:r>
              <a:rPr lang="en-IN" sz="1600">
                <a:solidFill>
                  <a:srgbClr val="C00000"/>
                </a:solidFill>
              </a:rPr>
              <a:t> / </a:t>
            </a:r>
            <a:r>
              <a:rPr lang="en-IN" sz="1600" err="1">
                <a:solidFill>
                  <a:srgbClr val="C00000"/>
                </a:solidFill>
              </a:rPr>
              <a:t>SparkSession</a:t>
            </a:r>
            <a:endParaRPr lang="en-IN" sz="1600">
              <a:solidFill>
                <a:srgbClr val="C00000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>
                <a:solidFill>
                  <a:srgbClr val="C00000"/>
                </a:solidFill>
              </a:rPr>
              <a:t>Builds the execution plan (DAG)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>
                <a:solidFill>
                  <a:srgbClr val="C00000"/>
                </a:solidFill>
              </a:rPr>
              <a:t>Schedules tasks on executors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>
                <a:solidFill>
                  <a:srgbClr val="C00000"/>
                </a:solidFill>
              </a:rPr>
              <a:t>Monitors application execution</a:t>
            </a:r>
          </a:p>
          <a:p>
            <a:endParaRPr lang="en-IN" b="1">
              <a:solidFill>
                <a:srgbClr val="C00000"/>
              </a:solidFill>
              <a:highlight>
                <a:srgbClr val="FBB3A7"/>
              </a:highlight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18C70A71-5625-15E6-A405-A17E3E3552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945" b="89641" l="6630" r="95074">
                        <a14:foregroundMark x1="13306" y1="39917" x2="12155" y2="50552"/>
                        <a14:foregroundMark x1="6630" y1="35773" x2="7827" y2="54006"/>
                        <a14:foregroundMark x1="63904" y1="31630" x2="59300" y2="48204"/>
                        <a14:foregroundMark x1="62615" y1="29282" x2="57090" y2="40331"/>
                        <a14:foregroundMark x1="62983" y1="23343" x2="56998" y2="37431"/>
                        <a14:foregroundMark x1="53315" y1="39227" x2="52532" y2="45304"/>
                        <a14:foregroundMark x1="52072" y1="39503" x2="53637" y2="45028"/>
                        <a14:foregroundMark x1="88858" y1="33978" x2="92864" y2="51243"/>
                        <a14:foregroundMark x1="95074" y1="35497" x2="94843" y2="47514"/>
                        <a14:foregroundMark x1="92219" y1="27762" x2="88444" y2="35083"/>
                        <a14:foregroundMark x1="89365" y1="22652" x2="81860" y2="39227"/>
                        <a14:foregroundMark x1="86602" y1="23066" x2="82689" y2="45994"/>
                        <a14:foregroundMark x1="88628" y1="34116" x2="87385" y2="49586"/>
                        <a14:foregroundMark x1="84300" y1="42265" x2="90838" y2="58149"/>
                        <a14:foregroundMark x1="65930" y1="59945" x2="65930" y2="60912"/>
                        <a14:foregroundMark x1="64365" y1="52901" x2="64687" y2="60635"/>
                        <a14:foregroundMark x1="68025" y1="49862" x2="67403" y2="51519"/>
                        <a14:foregroundMark x1="71133" y1="41575" x2="68025" y2="49862"/>
                        <a14:foregroundMark x1="68140" y1="42680" x2="66298" y2="49448"/>
                        <a14:foregroundMark x1="63766" y1="25000" x2="59945" y2="29834"/>
                        <a14:foregroundMark x1="62753" y1="20028" x2="59761" y2="28591"/>
                        <a14:backgroundMark x1="68370" y1="49862" x2="68370" y2="49862"/>
                        <a14:backgroundMark x1="68324" y1="49448" x2="68324" y2="49448"/>
                      </a14:backgroundRemoval>
                    </a14:imgEffect>
                  </a14:imgLayer>
                </a14:imgProps>
              </a:ext>
            </a:extLst>
          </a:blip>
          <a:srcRect l="2923" t="18241" r="75924" b="29375"/>
          <a:stretch>
            <a:fillRect/>
          </a:stretch>
        </p:blipFill>
        <p:spPr>
          <a:xfrm>
            <a:off x="2328204" y="1257400"/>
            <a:ext cx="984196" cy="812409"/>
          </a:xfrm>
          <a:prstGeom prst="rect">
            <a:avLst/>
          </a:prstGeom>
        </p:spPr>
      </p:pic>
      <p:sp>
        <p:nvSpPr>
          <p:cNvPr id="3" name="Text 1"/>
          <p:cNvSpPr txBox="1"/>
          <p:nvPr/>
        </p:nvSpPr>
        <p:spPr>
          <a:xfrm>
            <a:off x="541605" y="222896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B1F3A"/>
                </a:solidFill>
              </a:rPr>
              <a:t>Driver Program and Cluster Manager</a:t>
            </a:r>
            <a:endParaRPr lang="en-US" sz="2800"/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328941B1-3CF3-0767-D39A-6B6DC5D78688}"/>
              </a:ext>
            </a:extLst>
          </p:cNvPr>
          <p:cNvGrpSpPr/>
          <p:nvPr/>
        </p:nvGrpSpPr>
        <p:grpSpPr>
          <a:xfrm>
            <a:off x="3460708" y="1125645"/>
            <a:ext cx="2349304" cy="2918718"/>
            <a:chOff x="3596903" y="1093236"/>
            <a:chExt cx="2349304" cy="2918718"/>
          </a:xfrm>
        </p:grpSpPr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028F48D2-4CA9-37F3-0B6E-163C0F6B68FB}"/>
                </a:ext>
              </a:extLst>
            </p:cNvPr>
            <p:cNvSpPr/>
            <p:nvPr/>
          </p:nvSpPr>
          <p:spPr>
            <a:xfrm>
              <a:off x="3639105" y="1093236"/>
              <a:ext cx="2307102" cy="420568"/>
            </a:xfrm>
            <a:prstGeom prst="roundRect">
              <a:avLst/>
            </a:prstGeom>
            <a:solidFill>
              <a:srgbClr val="D8ECF8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b="1">
                  <a:solidFill>
                    <a:srgbClr val="002060"/>
                  </a:solidFill>
                </a:rPr>
                <a:t>User Application</a:t>
              </a:r>
              <a:endParaRPr lang="en-IN" b="1">
                <a:solidFill>
                  <a:srgbClr val="002060"/>
                </a:solidFill>
              </a:endParaRPr>
            </a:p>
          </p:txBody>
        </p:sp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84E6DBE9-502B-C5C9-C586-5AA1D9F7D33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9961" b="89844" l="7357" r="89974">
                          <a14:foregroundMark x1="13542" y1="70117" x2="18750" y2="73730"/>
                          <a14:foregroundMark x1="8984" y1="67578" x2="15234" y2="66211"/>
                          <a14:foregroundMark x1="11263" y1="63477" x2="19010" y2="63867"/>
                          <a14:foregroundMark x1="13867" y1="62598" x2="22526" y2="62891"/>
                          <a14:foregroundMark x1="26563" y1="64844" x2="31160" y2="65962"/>
                          <a14:foregroundMark x1="22917" y1="73340" x2="25391" y2="73047"/>
                          <a14:foregroundMark x1="7357" y1="88867" x2="14714" y2="89063"/>
                          <a14:foregroundMark x1="48698" y1="60156" x2="52930" y2="63867"/>
                          <a14:foregroundMark x1="56445" y1="72168" x2="56185" y2="75391"/>
                          <a14:foregroundMark x1="55990" y1="72754" x2="56641" y2="75488"/>
                          <a14:backgroundMark x1="32292" y1="67285" x2="31576" y2="67969"/>
                          <a14:backgroundMark x1="31315" y1="65332" x2="32292" y2="70703"/>
                          <a14:backgroundMark x1="13281" y1="20898" x2="38346" y2="38965"/>
                        </a14:backgroundRemoval>
                      </a14:imgEffect>
                    </a14:imgLayer>
                  </a14:imgProps>
                </a:ext>
              </a:extLst>
            </a:blip>
            <a:srcRect l="4833" t="59625" r="67088" b="8513"/>
            <a:stretch>
              <a:fillRect/>
            </a:stretch>
          </p:blipFill>
          <p:spPr>
            <a:xfrm>
              <a:off x="3685505" y="1125645"/>
              <a:ext cx="499401" cy="377794"/>
            </a:xfrm>
            <a:prstGeom prst="rect">
              <a:avLst/>
            </a:prstGeom>
          </p:spPr>
        </p:pic>
        <p:sp>
          <p:nvSpPr>
            <p:cNvPr id="40" name="Rectangle: Rounded Corners 39">
              <a:extLst>
                <a:ext uri="{FF2B5EF4-FFF2-40B4-BE49-F238E27FC236}">
                  <a16:creationId xmlns:a16="http://schemas.microsoft.com/office/drawing/2014/main" id="{146C2923-41C9-22A7-3743-56E60F67D14F}"/>
                </a:ext>
              </a:extLst>
            </p:cNvPr>
            <p:cNvSpPr/>
            <p:nvPr/>
          </p:nvSpPr>
          <p:spPr>
            <a:xfrm>
              <a:off x="3639105" y="1709971"/>
              <a:ext cx="2307102" cy="420568"/>
            </a:xfrm>
            <a:prstGeom prst="roundRect">
              <a:avLst/>
            </a:prstGeom>
            <a:solidFill>
              <a:srgbClr val="D8ECF8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b="1">
                  <a:solidFill>
                    <a:srgbClr val="002060"/>
                  </a:solidFill>
                </a:rPr>
                <a:t>Driver Program</a:t>
              </a:r>
            </a:p>
          </p:txBody>
        </p:sp>
        <p:sp>
          <p:nvSpPr>
            <p:cNvPr id="42" name="Rectangle: Rounded Corners 41">
              <a:extLst>
                <a:ext uri="{FF2B5EF4-FFF2-40B4-BE49-F238E27FC236}">
                  <a16:creationId xmlns:a16="http://schemas.microsoft.com/office/drawing/2014/main" id="{9976A133-93B4-4350-3E1D-AF3AB06CF0BE}"/>
                </a:ext>
              </a:extLst>
            </p:cNvPr>
            <p:cNvSpPr/>
            <p:nvPr/>
          </p:nvSpPr>
          <p:spPr>
            <a:xfrm>
              <a:off x="3639105" y="2323604"/>
              <a:ext cx="2307102" cy="420568"/>
            </a:xfrm>
            <a:prstGeom prst="roundRect">
              <a:avLst/>
            </a:prstGeom>
            <a:solidFill>
              <a:srgbClr val="D8ECF8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IN" b="1">
                  <a:solidFill>
                    <a:srgbClr val="002060"/>
                  </a:solidFill>
                </a:rPr>
                <a:t>Cluster Manager</a:t>
              </a:r>
            </a:p>
          </p:txBody>
        </p:sp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C714BE9A-A20B-CF36-FE98-B5C19781BF9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9961" b="89844" l="7357" r="89974">
                          <a14:foregroundMark x1="13542" y1="70117" x2="18750" y2="73730"/>
                          <a14:foregroundMark x1="8984" y1="67578" x2="15234" y2="66211"/>
                          <a14:foregroundMark x1="11263" y1="63477" x2="19010" y2="63867"/>
                          <a14:foregroundMark x1="13867" y1="62598" x2="22526" y2="62891"/>
                          <a14:foregroundMark x1="26563" y1="64844" x2="31160" y2="65962"/>
                          <a14:foregroundMark x1="22917" y1="73340" x2="25391" y2="73047"/>
                          <a14:foregroundMark x1="7357" y1="88867" x2="14714" y2="89063"/>
                          <a14:foregroundMark x1="48698" y1="60156" x2="52930" y2="63867"/>
                          <a14:foregroundMark x1="56445" y1="72168" x2="56185" y2="75391"/>
                          <a14:foregroundMark x1="55990" y1="72754" x2="56641" y2="75488"/>
                          <a14:backgroundMark x1="32292" y1="67285" x2="31576" y2="67969"/>
                          <a14:backgroundMark x1="31315" y1="65332" x2="32292" y2="70703"/>
                          <a14:backgroundMark x1="13281" y1="20898" x2="38346" y2="38965"/>
                        </a14:backgroundRemoval>
                      </a14:imgEffect>
                    </a14:imgLayer>
                  </a14:imgProps>
                </a:ext>
              </a:extLst>
            </a:blip>
            <a:srcRect l="36738" t="53379" r="32183" b="6579"/>
            <a:stretch>
              <a:fillRect/>
            </a:stretch>
          </p:blipFill>
          <p:spPr>
            <a:xfrm>
              <a:off x="3738830" y="2338918"/>
              <a:ext cx="416354" cy="357626"/>
            </a:xfrm>
            <a:prstGeom prst="rect">
              <a:avLst/>
            </a:prstGeom>
          </p:spPr>
        </p:pic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ABFC5E86-C398-5315-AA93-FAF01610D638}"/>
                </a:ext>
              </a:extLst>
            </p:cNvPr>
            <p:cNvSpPr/>
            <p:nvPr/>
          </p:nvSpPr>
          <p:spPr>
            <a:xfrm>
              <a:off x="3596903" y="2941330"/>
              <a:ext cx="2349304" cy="1070624"/>
            </a:xfrm>
            <a:prstGeom prst="roundRect">
              <a:avLst>
                <a:gd name="adj" fmla="val 7599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33D2FAF7-7752-6C71-1142-36841AD669B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ackgroundRemoval t="17937" b="91357" l="14648" r="84189">
                          <a14:foregroundMark x1="16975" y1="19052" x2="13963" y2="29461"/>
                          <a14:foregroundMark x1="14484" y1="36693" x2="14921" y2="42751"/>
                          <a14:foregroundMark x1="13963" y1="29461" x2="14166" y2="32276"/>
                          <a14:foregroundMark x1="14921" y1="42751" x2="18549" y2="50279"/>
                          <a14:foregroundMark x1="17747" y1="54568" x2="15264" y2="67844"/>
                          <a14:foregroundMark x1="18549" y1="50279" x2="18461" y2="50749"/>
                          <a14:foregroundMark x1="15264" y1="67844" x2="21150" y2="91357"/>
                          <a14:foregroundMark x1="21150" y1="91357" x2="28611" y2="92100"/>
                          <a14:foregroundMark x1="36359" y1="87386" x2="41136" y2="84480"/>
                          <a14:foregroundMark x1="28611" y1="92100" x2="30245" y2="91106"/>
                          <a14:foregroundMark x1="69278" y1="88286" x2="76865" y2="89312"/>
                          <a14:foregroundMark x1="41136" y1="84480" x2="64304" y2="87613"/>
                          <a14:foregroundMark x1="76865" y1="89312" x2="84394" y2="80112"/>
                          <a14:foregroundMark x1="84394" y1="80112" x2="84736" y2="67937"/>
                          <a14:foregroundMark x1="84736" y1="67937" x2="81279" y2="55002"/>
                          <a14:foregroundMark x1="81588" y1="51028" x2="85216" y2="25743"/>
                          <a14:foregroundMark x1="85216" y1="25743" x2="26626" y2="17565"/>
                          <a14:foregroundMark x1="26626" y1="17565" x2="19233" y2="17937"/>
                          <a14:foregroundMark x1="19233" y1="17937" x2="17112" y2="18773"/>
                          <a14:foregroundMark x1="60917" y1="18216" x2="82272" y2="21747"/>
                          <a14:foregroundMark x1="82272" y1="21747" x2="84257" y2="42844"/>
                          <a14:foregroundMark x1="84257" y1="42844" x2="79261" y2="49628"/>
                          <a14:foregroundMark x1="80014" y1="47398" x2="49722" y2="51378"/>
                          <a14:foregroundMark x1="43242" y1="51472" x2="22724" y2="51022"/>
                          <a14:foregroundMark x1="77344" y1="50000" x2="76797" y2="58178"/>
                          <a14:foregroundMark x1="70294" y1="50000" x2="70294" y2="58364"/>
                          <a14:foregroundMark x1="75565" y1="52323" x2="71389" y2="51301"/>
                          <a14:foregroundMark x1="71047" y1="50279" x2="72621" y2="50093"/>
                          <a14:foregroundMark x1="80493" y1="29740" x2="80698" y2="48606"/>
                          <a14:foregroundMark x1="80698" y1="48606" x2="16769" y2="46375"/>
                          <a14:foregroundMark x1="16769" y1="46375" x2="14107" y2="39342"/>
                          <a14:foregroundMark x1="13610" y1="32256" x2="14648" y2="26115"/>
                          <a14:foregroundMark x1="14648" y1="26115" x2="53936" y2="23420"/>
                          <a14:foregroundMark x1="53936" y1="23420" x2="59411" y2="23420"/>
                          <a14:foregroundMark x1="78576" y1="90706" x2="69918" y2="91034"/>
                          <a14:foregroundMark x1="46475" y1="30390" x2="25462" y2="39498"/>
                          <a14:foregroundMark x1="25462" y1="39498" x2="29569" y2="30483"/>
                          <a14:foregroundMark x1="29569" y1="30483" x2="44832" y2="29461"/>
                          <a14:foregroundMark x1="44832" y1="29461" x2="46338" y2="29740"/>
                          <a14:foregroundMark x1="63176" y1="30112" x2="69405" y2="38104"/>
                          <a14:foregroundMark x1="69405" y1="38104" x2="63997" y2="31506"/>
                          <a14:foregroundMark x1="63997" y1="31506" x2="62149" y2="31227"/>
                          <a14:foregroundMark x1="72553" y1="30019" x2="74401" y2="31413"/>
                          <a14:foregroundMark x1="73785" y1="31227" x2="68857" y2="32714"/>
                          <a14:foregroundMark x1="57632" y1="31134" x2="79603" y2="32435"/>
                          <a14:foregroundMark x1="59754" y1="36431" x2="80082" y2="34758"/>
                          <a14:foregroundMark x1="71184" y1="34758" x2="77823" y2="34201"/>
                          <a14:foregroundMark x1="66940" y1="38755" x2="74880" y2="38476"/>
                          <a14:foregroundMark x1="61670" y1="75836" x2="78850" y2="74535"/>
                          <a14:foregroundMark x1="55168" y1="69610" x2="72621" y2="71283"/>
                          <a14:foregroundMark x1="69541" y1="71933" x2="78097" y2="70818"/>
                          <a14:foregroundMark x1="35387" y1="72491" x2="51198" y2="72491"/>
                          <a14:foregroundMark x1="28200" y1="71933" x2="35729" y2="72212"/>
                          <a14:foregroundMark x1="23409" y1="52230" x2="30253" y2="52230"/>
                          <a14:foregroundMark x1="22998" y1="88011" x2="27515" y2="88476"/>
                          <a14:foregroundMark x1="68925" y1="89312" x2="69952" y2="89684"/>
                          <a14:foregroundMark x1="69884" y1="90428" x2="69884" y2="90428"/>
                          <a14:foregroundMark x1="69062" y1="90149" x2="69541" y2="90149"/>
                          <a14:foregroundMark x1="69405" y1="88941" x2="69405" y2="88941"/>
                          <a14:foregroundMark x1="70363" y1="91357" x2="70363" y2="91357"/>
                          <a14:backgroundMark x1="13415" y1="34480" x2="13415" y2="34480"/>
                          <a14:backgroundMark x1="13073" y1="33736" x2="13005" y2="38290"/>
                          <a14:backgroundMark x1="13415" y1="32249" x2="13279" y2="39312"/>
                          <a14:backgroundMark x1="17728" y1="52695" x2="19713" y2="53346"/>
                          <a14:backgroundMark x1="17864" y1="52416" x2="18960" y2="52695"/>
                          <a14:backgroundMark x1="16496" y1="54926" x2="17864" y2="54368"/>
                          <a14:backgroundMark x1="80835" y1="53439" x2="81520" y2="53439"/>
                          <a14:backgroundMark x1="80493" y1="52695" x2="81930" y2="52695"/>
                          <a14:backgroundMark x1="80356" y1="52602" x2="81109" y2="53346"/>
                          <a14:backgroundMark x1="81040" y1="54926" x2="81314" y2="54926"/>
                          <a14:backgroundMark x1="66393" y1="88104" x2="69131" y2="88104"/>
                          <a14:backgroundMark x1="64476" y1="90985" x2="67899" y2="90799"/>
                          <a14:backgroundMark x1="64476" y1="91171" x2="67693" y2="91171"/>
                          <a14:backgroundMark x1="62218" y1="91357" x2="66393" y2="91357"/>
                          <a14:backgroundMark x1="62971" y1="91357" x2="67556" y2="91357"/>
                          <a14:backgroundMark x1="67967" y1="91171" x2="68446" y2="93680"/>
                          <a14:backgroundMark x1="69438" y1="90598" x2="69952" y2="90985"/>
                          <a14:backgroundMark x1="68104" y1="89591" x2="68571" y2="89943"/>
                          <a14:backgroundMark x1="32375" y1="89126" x2="37372" y2="89591"/>
                          <a14:backgroundMark x1="32991" y1="89126" x2="36550" y2="89033"/>
                          <a14:backgroundMark x1="31417" y1="90613" x2="35318" y2="91357"/>
                          <a14:backgroundMark x1="48255" y1="52045" x2="48255" y2="52045"/>
                          <a14:backgroundMark x1="42847" y1="52230" x2="45517" y2="52788"/>
                          <a14:backgroundMark x1="47228" y1="51766" x2="49213" y2="52323"/>
                          <a14:backgroundMark x1="46270" y1="52045" x2="47228" y2="52230"/>
                          <a14:backgroundMark x1="45791" y1="52416" x2="46886" y2="52602"/>
                          <a14:backgroundMark x1="42847" y1="52788" x2="44079" y2="52974"/>
                          <a14:backgroundMark x1="63997" y1="88290" x2="66393" y2="88104"/>
                          <a14:backgroundMark x1="65366" y1="87732" x2="66461" y2="87918"/>
                          <a14:backgroundMark x1="60849" y1="91078" x2="63107" y2="92379"/>
                          <a14:backgroundMark x1="62012" y1="90985" x2="62491" y2="91078"/>
                          <a14:backgroundMark x1="31485" y1="89963" x2="31964" y2="91729"/>
                          <a14:backgroundMark x1="32854" y1="90056" x2="32101" y2="90985"/>
                        </a14:backgroundRemoval>
                      </a14:imgEffect>
                    </a14:imgLayer>
                  </a14:imgProps>
                </a:ext>
              </a:extLst>
            </a:blip>
            <a:srcRect l="14177" t="18046" r="14313" b="8075"/>
            <a:stretch>
              <a:fillRect/>
            </a:stretch>
          </p:blipFill>
          <p:spPr>
            <a:xfrm>
              <a:off x="3685505" y="3073094"/>
              <a:ext cx="633275" cy="481869"/>
            </a:xfrm>
            <a:prstGeom prst="rect">
              <a:avLst/>
            </a:prstGeom>
          </p:spPr>
        </p:pic>
        <p:pic>
          <p:nvPicPr>
            <p:cNvPr id="50" name="Picture 49">
              <a:extLst>
                <a:ext uri="{FF2B5EF4-FFF2-40B4-BE49-F238E27FC236}">
                  <a16:creationId xmlns:a16="http://schemas.microsoft.com/office/drawing/2014/main" id="{17D9539C-627F-4EF5-F6FF-8ADAABFC666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ackgroundRemoval t="17937" b="91357" l="14648" r="84189">
                          <a14:foregroundMark x1="16975" y1="19052" x2="13963" y2="29461"/>
                          <a14:foregroundMark x1="14484" y1="36693" x2="14921" y2="42751"/>
                          <a14:foregroundMark x1="13963" y1="29461" x2="14166" y2="32276"/>
                          <a14:foregroundMark x1="14921" y1="42751" x2="18549" y2="50279"/>
                          <a14:foregroundMark x1="17747" y1="54568" x2="15264" y2="67844"/>
                          <a14:foregroundMark x1="18549" y1="50279" x2="18461" y2="50749"/>
                          <a14:foregroundMark x1="15264" y1="67844" x2="21150" y2="91357"/>
                          <a14:foregroundMark x1="21150" y1="91357" x2="28611" y2="92100"/>
                          <a14:foregroundMark x1="36359" y1="87386" x2="41136" y2="84480"/>
                          <a14:foregroundMark x1="28611" y1="92100" x2="30245" y2="91106"/>
                          <a14:foregroundMark x1="69278" y1="88286" x2="76865" y2="89312"/>
                          <a14:foregroundMark x1="41136" y1="84480" x2="64304" y2="87613"/>
                          <a14:foregroundMark x1="76865" y1="89312" x2="84394" y2="80112"/>
                          <a14:foregroundMark x1="84394" y1="80112" x2="84736" y2="67937"/>
                          <a14:foregroundMark x1="84736" y1="67937" x2="81279" y2="55002"/>
                          <a14:foregroundMark x1="81588" y1="51028" x2="85216" y2="25743"/>
                          <a14:foregroundMark x1="85216" y1="25743" x2="26626" y2="17565"/>
                          <a14:foregroundMark x1="26626" y1="17565" x2="19233" y2="17937"/>
                          <a14:foregroundMark x1="19233" y1="17937" x2="17112" y2="18773"/>
                          <a14:foregroundMark x1="60917" y1="18216" x2="82272" y2="21747"/>
                          <a14:foregroundMark x1="82272" y1="21747" x2="84257" y2="42844"/>
                          <a14:foregroundMark x1="84257" y1="42844" x2="79261" y2="49628"/>
                          <a14:foregroundMark x1="80014" y1="47398" x2="49722" y2="51378"/>
                          <a14:foregroundMark x1="43242" y1="51472" x2="22724" y2="51022"/>
                          <a14:foregroundMark x1="77344" y1="50000" x2="76797" y2="58178"/>
                          <a14:foregroundMark x1="70294" y1="50000" x2="70294" y2="58364"/>
                          <a14:foregroundMark x1="75565" y1="52323" x2="71389" y2="51301"/>
                          <a14:foregroundMark x1="71047" y1="50279" x2="72621" y2="50093"/>
                          <a14:foregroundMark x1="80493" y1="29740" x2="80698" y2="48606"/>
                          <a14:foregroundMark x1="80698" y1="48606" x2="16769" y2="46375"/>
                          <a14:foregroundMark x1="16769" y1="46375" x2="14107" y2="39342"/>
                          <a14:foregroundMark x1="13610" y1="32256" x2="14648" y2="26115"/>
                          <a14:foregroundMark x1="14648" y1="26115" x2="53936" y2="23420"/>
                          <a14:foregroundMark x1="53936" y1="23420" x2="59411" y2="23420"/>
                          <a14:foregroundMark x1="78576" y1="90706" x2="69918" y2="91034"/>
                          <a14:foregroundMark x1="46475" y1="30390" x2="25462" y2="39498"/>
                          <a14:foregroundMark x1="25462" y1="39498" x2="29569" y2="30483"/>
                          <a14:foregroundMark x1="29569" y1="30483" x2="44832" y2="29461"/>
                          <a14:foregroundMark x1="44832" y1="29461" x2="46338" y2="29740"/>
                          <a14:foregroundMark x1="63176" y1="30112" x2="69405" y2="38104"/>
                          <a14:foregroundMark x1="69405" y1="38104" x2="63997" y2="31506"/>
                          <a14:foregroundMark x1="63997" y1="31506" x2="62149" y2="31227"/>
                          <a14:foregroundMark x1="72553" y1="30019" x2="74401" y2="31413"/>
                          <a14:foregroundMark x1="73785" y1="31227" x2="68857" y2="32714"/>
                          <a14:foregroundMark x1="57632" y1="31134" x2="79603" y2="32435"/>
                          <a14:foregroundMark x1="59754" y1="36431" x2="80082" y2="34758"/>
                          <a14:foregroundMark x1="71184" y1="34758" x2="77823" y2="34201"/>
                          <a14:foregroundMark x1="66940" y1="38755" x2="74880" y2="38476"/>
                          <a14:foregroundMark x1="61670" y1="75836" x2="78850" y2="74535"/>
                          <a14:foregroundMark x1="55168" y1="69610" x2="72621" y2="71283"/>
                          <a14:foregroundMark x1="69541" y1="71933" x2="78097" y2="70818"/>
                          <a14:foregroundMark x1="35387" y1="72491" x2="51198" y2="72491"/>
                          <a14:foregroundMark x1="28200" y1="71933" x2="35729" y2="72212"/>
                          <a14:foregroundMark x1="23409" y1="52230" x2="30253" y2="52230"/>
                          <a14:foregroundMark x1="22998" y1="88011" x2="27515" y2="88476"/>
                          <a14:foregroundMark x1="68925" y1="89312" x2="69952" y2="89684"/>
                          <a14:foregroundMark x1="69884" y1="90428" x2="69884" y2="90428"/>
                          <a14:foregroundMark x1="69062" y1="90149" x2="69541" y2="90149"/>
                          <a14:foregroundMark x1="69405" y1="88941" x2="69405" y2="88941"/>
                          <a14:foregroundMark x1="70363" y1="91357" x2="70363" y2="91357"/>
                          <a14:backgroundMark x1="13415" y1="34480" x2="13415" y2="34480"/>
                          <a14:backgroundMark x1="13073" y1="33736" x2="13005" y2="38290"/>
                          <a14:backgroundMark x1="13415" y1="32249" x2="13279" y2="39312"/>
                          <a14:backgroundMark x1="17728" y1="52695" x2="19713" y2="53346"/>
                          <a14:backgroundMark x1="17864" y1="52416" x2="18960" y2="52695"/>
                          <a14:backgroundMark x1="16496" y1="54926" x2="17864" y2="54368"/>
                          <a14:backgroundMark x1="80835" y1="53439" x2="81520" y2="53439"/>
                          <a14:backgroundMark x1="80493" y1="52695" x2="81930" y2="52695"/>
                          <a14:backgroundMark x1="80356" y1="52602" x2="81109" y2="53346"/>
                          <a14:backgroundMark x1="81040" y1="54926" x2="81314" y2="54926"/>
                          <a14:backgroundMark x1="66393" y1="88104" x2="69131" y2="88104"/>
                          <a14:backgroundMark x1="64476" y1="90985" x2="67899" y2="90799"/>
                          <a14:backgroundMark x1="64476" y1="91171" x2="67693" y2="91171"/>
                          <a14:backgroundMark x1="62218" y1="91357" x2="66393" y2="91357"/>
                          <a14:backgroundMark x1="62971" y1="91357" x2="67556" y2="91357"/>
                          <a14:backgroundMark x1="67967" y1="91171" x2="68446" y2="93680"/>
                          <a14:backgroundMark x1="69438" y1="90598" x2="69952" y2="90985"/>
                          <a14:backgroundMark x1="68104" y1="89591" x2="68571" y2="89943"/>
                          <a14:backgroundMark x1="32375" y1="89126" x2="37372" y2="89591"/>
                          <a14:backgroundMark x1="32991" y1="89126" x2="36550" y2="89033"/>
                          <a14:backgroundMark x1="31417" y1="90613" x2="35318" y2="91357"/>
                          <a14:backgroundMark x1="48255" y1="52045" x2="48255" y2="52045"/>
                          <a14:backgroundMark x1="42847" y1="52230" x2="45517" y2="52788"/>
                          <a14:backgroundMark x1="47228" y1="51766" x2="49213" y2="52323"/>
                          <a14:backgroundMark x1="46270" y1="52045" x2="47228" y2="52230"/>
                          <a14:backgroundMark x1="45791" y1="52416" x2="46886" y2="52602"/>
                          <a14:backgroundMark x1="42847" y1="52788" x2="44079" y2="52974"/>
                          <a14:backgroundMark x1="63997" y1="88290" x2="66393" y2="88104"/>
                          <a14:backgroundMark x1="65366" y1="87732" x2="66461" y2="87918"/>
                          <a14:backgroundMark x1="60849" y1="91078" x2="63107" y2="92379"/>
                          <a14:backgroundMark x1="62012" y1="90985" x2="62491" y2="91078"/>
                          <a14:backgroundMark x1="31485" y1="89963" x2="31964" y2="91729"/>
                          <a14:backgroundMark x1="32854" y1="90056" x2="32101" y2="90985"/>
                        </a14:backgroundRemoval>
                      </a14:imgEffect>
                    </a14:imgLayer>
                  </a14:imgProps>
                </a:ext>
              </a:extLst>
            </a:blip>
            <a:srcRect l="14177" t="18046" r="14313" b="8075"/>
            <a:stretch>
              <a:fillRect/>
            </a:stretch>
          </p:blipFill>
          <p:spPr>
            <a:xfrm>
              <a:off x="4440963" y="3073094"/>
              <a:ext cx="633275" cy="481869"/>
            </a:xfrm>
            <a:prstGeom prst="rect">
              <a:avLst/>
            </a:prstGeom>
          </p:spPr>
        </p:pic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F95651D9-636E-7499-3AA3-52423B282B0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ackgroundRemoval t="17937" b="91357" l="14648" r="84189">
                          <a14:foregroundMark x1="16975" y1="19052" x2="13963" y2="29461"/>
                          <a14:foregroundMark x1="14484" y1="36693" x2="14921" y2="42751"/>
                          <a14:foregroundMark x1="13963" y1="29461" x2="14166" y2="32276"/>
                          <a14:foregroundMark x1="14921" y1="42751" x2="18549" y2="50279"/>
                          <a14:foregroundMark x1="17747" y1="54568" x2="15264" y2="67844"/>
                          <a14:foregroundMark x1="18549" y1="50279" x2="18461" y2="50749"/>
                          <a14:foregroundMark x1="15264" y1="67844" x2="21150" y2="91357"/>
                          <a14:foregroundMark x1="21150" y1="91357" x2="28611" y2="92100"/>
                          <a14:foregroundMark x1="36359" y1="87386" x2="41136" y2="84480"/>
                          <a14:foregroundMark x1="28611" y1="92100" x2="30245" y2="91106"/>
                          <a14:foregroundMark x1="69278" y1="88286" x2="76865" y2="89312"/>
                          <a14:foregroundMark x1="41136" y1="84480" x2="64304" y2="87613"/>
                          <a14:foregroundMark x1="76865" y1="89312" x2="84394" y2="80112"/>
                          <a14:foregroundMark x1="84394" y1="80112" x2="84736" y2="67937"/>
                          <a14:foregroundMark x1="84736" y1="67937" x2="81279" y2="55002"/>
                          <a14:foregroundMark x1="81588" y1="51028" x2="85216" y2="25743"/>
                          <a14:foregroundMark x1="85216" y1="25743" x2="26626" y2="17565"/>
                          <a14:foregroundMark x1="26626" y1="17565" x2="19233" y2="17937"/>
                          <a14:foregroundMark x1="19233" y1="17937" x2="17112" y2="18773"/>
                          <a14:foregroundMark x1="60917" y1="18216" x2="82272" y2="21747"/>
                          <a14:foregroundMark x1="82272" y1="21747" x2="84257" y2="42844"/>
                          <a14:foregroundMark x1="84257" y1="42844" x2="79261" y2="49628"/>
                          <a14:foregroundMark x1="80014" y1="47398" x2="49722" y2="51378"/>
                          <a14:foregroundMark x1="43242" y1="51472" x2="22724" y2="51022"/>
                          <a14:foregroundMark x1="77344" y1="50000" x2="76797" y2="58178"/>
                          <a14:foregroundMark x1="70294" y1="50000" x2="70294" y2="58364"/>
                          <a14:foregroundMark x1="75565" y1="52323" x2="71389" y2="51301"/>
                          <a14:foregroundMark x1="71047" y1="50279" x2="72621" y2="50093"/>
                          <a14:foregroundMark x1="80493" y1="29740" x2="80698" y2="48606"/>
                          <a14:foregroundMark x1="80698" y1="48606" x2="16769" y2="46375"/>
                          <a14:foregroundMark x1="16769" y1="46375" x2="14107" y2="39342"/>
                          <a14:foregroundMark x1="13610" y1="32256" x2="14648" y2="26115"/>
                          <a14:foregroundMark x1="14648" y1="26115" x2="53936" y2="23420"/>
                          <a14:foregroundMark x1="53936" y1="23420" x2="59411" y2="23420"/>
                          <a14:foregroundMark x1="78576" y1="90706" x2="69918" y2="91034"/>
                          <a14:foregroundMark x1="46475" y1="30390" x2="25462" y2="39498"/>
                          <a14:foregroundMark x1="25462" y1="39498" x2="29569" y2="30483"/>
                          <a14:foregroundMark x1="29569" y1="30483" x2="44832" y2="29461"/>
                          <a14:foregroundMark x1="44832" y1="29461" x2="46338" y2="29740"/>
                          <a14:foregroundMark x1="63176" y1="30112" x2="69405" y2="38104"/>
                          <a14:foregroundMark x1="69405" y1="38104" x2="63997" y2="31506"/>
                          <a14:foregroundMark x1="63997" y1="31506" x2="62149" y2="31227"/>
                          <a14:foregroundMark x1="72553" y1="30019" x2="74401" y2="31413"/>
                          <a14:foregroundMark x1="73785" y1="31227" x2="68857" y2="32714"/>
                          <a14:foregroundMark x1="57632" y1="31134" x2="79603" y2="32435"/>
                          <a14:foregroundMark x1="59754" y1="36431" x2="80082" y2="34758"/>
                          <a14:foregroundMark x1="71184" y1="34758" x2="77823" y2="34201"/>
                          <a14:foregroundMark x1="66940" y1="38755" x2="74880" y2="38476"/>
                          <a14:foregroundMark x1="61670" y1="75836" x2="78850" y2="74535"/>
                          <a14:foregroundMark x1="55168" y1="69610" x2="72621" y2="71283"/>
                          <a14:foregroundMark x1="69541" y1="71933" x2="78097" y2="70818"/>
                          <a14:foregroundMark x1="35387" y1="72491" x2="51198" y2="72491"/>
                          <a14:foregroundMark x1="28200" y1="71933" x2="35729" y2="72212"/>
                          <a14:foregroundMark x1="23409" y1="52230" x2="30253" y2="52230"/>
                          <a14:foregroundMark x1="22998" y1="88011" x2="27515" y2="88476"/>
                          <a14:foregroundMark x1="68925" y1="89312" x2="69952" y2="89684"/>
                          <a14:foregroundMark x1="69884" y1="90428" x2="69884" y2="90428"/>
                          <a14:foregroundMark x1="69062" y1="90149" x2="69541" y2="90149"/>
                          <a14:foregroundMark x1="69405" y1="88941" x2="69405" y2="88941"/>
                          <a14:foregroundMark x1="70363" y1="91357" x2="70363" y2="91357"/>
                          <a14:backgroundMark x1="13415" y1="34480" x2="13415" y2="34480"/>
                          <a14:backgroundMark x1="13073" y1="33736" x2="13005" y2="38290"/>
                          <a14:backgroundMark x1="13415" y1="32249" x2="13279" y2="39312"/>
                          <a14:backgroundMark x1="17728" y1="52695" x2="19713" y2="53346"/>
                          <a14:backgroundMark x1="17864" y1="52416" x2="18960" y2="52695"/>
                          <a14:backgroundMark x1="16496" y1="54926" x2="17864" y2="54368"/>
                          <a14:backgroundMark x1="80835" y1="53439" x2="81520" y2="53439"/>
                          <a14:backgroundMark x1="80493" y1="52695" x2="81930" y2="52695"/>
                          <a14:backgroundMark x1="80356" y1="52602" x2="81109" y2="53346"/>
                          <a14:backgroundMark x1="81040" y1="54926" x2="81314" y2="54926"/>
                          <a14:backgroundMark x1="66393" y1="88104" x2="69131" y2="88104"/>
                          <a14:backgroundMark x1="64476" y1="90985" x2="67899" y2="90799"/>
                          <a14:backgroundMark x1="64476" y1="91171" x2="67693" y2="91171"/>
                          <a14:backgroundMark x1="62218" y1="91357" x2="66393" y2="91357"/>
                          <a14:backgroundMark x1="62971" y1="91357" x2="67556" y2="91357"/>
                          <a14:backgroundMark x1="67967" y1="91171" x2="68446" y2="93680"/>
                          <a14:backgroundMark x1="69438" y1="90598" x2="69952" y2="90985"/>
                          <a14:backgroundMark x1="68104" y1="89591" x2="68571" y2="89943"/>
                          <a14:backgroundMark x1="32375" y1="89126" x2="37372" y2="89591"/>
                          <a14:backgroundMark x1="32991" y1="89126" x2="36550" y2="89033"/>
                          <a14:backgroundMark x1="31417" y1="90613" x2="35318" y2="91357"/>
                          <a14:backgroundMark x1="48255" y1="52045" x2="48255" y2="52045"/>
                          <a14:backgroundMark x1="42847" y1="52230" x2="45517" y2="52788"/>
                          <a14:backgroundMark x1="47228" y1="51766" x2="49213" y2="52323"/>
                          <a14:backgroundMark x1="46270" y1="52045" x2="47228" y2="52230"/>
                          <a14:backgroundMark x1="45791" y1="52416" x2="46886" y2="52602"/>
                          <a14:backgroundMark x1="42847" y1="52788" x2="44079" y2="52974"/>
                          <a14:backgroundMark x1="63997" y1="88290" x2="66393" y2="88104"/>
                          <a14:backgroundMark x1="65366" y1="87732" x2="66461" y2="87918"/>
                          <a14:backgroundMark x1="60849" y1="91078" x2="63107" y2="92379"/>
                          <a14:backgroundMark x1="62012" y1="90985" x2="62491" y2="91078"/>
                          <a14:backgroundMark x1="31485" y1="89963" x2="31964" y2="91729"/>
                          <a14:backgroundMark x1="32854" y1="90056" x2="32101" y2="90985"/>
                        </a14:backgroundRemoval>
                      </a14:imgEffect>
                    </a14:imgLayer>
                  </a14:imgProps>
                </a:ext>
              </a:extLst>
            </a:blip>
            <a:srcRect l="14177" t="18046" r="14313" b="8075"/>
            <a:stretch>
              <a:fillRect/>
            </a:stretch>
          </p:blipFill>
          <p:spPr>
            <a:xfrm>
              <a:off x="5193585" y="3073094"/>
              <a:ext cx="633275" cy="481869"/>
            </a:xfrm>
            <a:prstGeom prst="rect">
              <a:avLst/>
            </a:prstGeom>
          </p:spPr>
        </p:pic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C8666589-841F-6992-7172-F54FE8578217}"/>
                </a:ext>
              </a:extLst>
            </p:cNvPr>
            <p:cNvSpPr txBox="1"/>
            <p:nvPr/>
          </p:nvSpPr>
          <p:spPr>
            <a:xfrm>
              <a:off x="3973096" y="3578084"/>
              <a:ext cx="17443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/>
                <a:t>Worker Nodes</a:t>
              </a:r>
              <a:endParaRPr lang="en-IN" b="1"/>
            </a:p>
          </p:txBody>
        </p: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048CD4AE-B938-AC85-8A5E-FEC5BB9DF6B2}"/>
                </a:ext>
              </a:extLst>
            </p:cNvPr>
            <p:cNvCxnSpPr>
              <a:stCxn id="36" idx="2"/>
              <a:endCxn id="40" idx="0"/>
            </p:cNvCxnSpPr>
            <p:nvPr/>
          </p:nvCxnSpPr>
          <p:spPr>
            <a:xfrm>
              <a:off x="4792656" y="1513804"/>
              <a:ext cx="0" cy="196167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4DB690CF-9C19-A1B4-2121-53C2D29BE7A3}"/>
                </a:ext>
              </a:extLst>
            </p:cNvPr>
            <p:cNvCxnSpPr/>
            <p:nvPr/>
          </p:nvCxnSpPr>
          <p:spPr>
            <a:xfrm>
              <a:off x="4799953" y="2127437"/>
              <a:ext cx="0" cy="196167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D3F098A5-1CD9-FB32-129D-2C49F531B51D}"/>
                </a:ext>
              </a:extLst>
            </p:cNvPr>
            <p:cNvCxnSpPr/>
            <p:nvPr/>
          </p:nvCxnSpPr>
          <p:spPr>
            <a:xfrm>
              <a:off x="4799953" y="2745163"/>
              <a:ext cx="0" cy="196167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E4D0C846-3E06-CAC1-EF59-CBB0DDAB8019}"/>
              </a:ext>
            </a:extLst>
          </p:cNvPr>
          <p:cNvSpPr/>
          <p:nvPr/>
        </p:nvSpPr>
        <p:spPr>
          <a:xfrm>
            <a:off x="5929359" y="1080122"/>
            <a:ext cx="3043282" cy="3159234"/>
          </a:xfrm>
          <a:prstGeom prst="roundRect">
            <a:avLst>
              <a:gd name="adj" fmla="val 9803"/>
            </a:avLst>
          </a:prstGeom>
          <a:solidFill>
            <a:srgbClr val="D8ECF8"/>
          </a:solidFill>
          <a:ln>
            <a:solidFill>
              <a:srgbClr val="0070C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IN"/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675226A4-EAD1-E61E-B725-3429B27F1CD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961" b="89844" l="7357" r="89974">
                        <a14:foregroundMark x1="13542" y1="70117" x2="18750" y2="73730"/>
                        <a14:foregroundMark x1="8984" y1="67578" x2="15234" y2="66211"/>
                        <a14:foregroundMark x1="11263" y1="63477" x2="19010" y2="63867"/>
                        <a14:foregroundMark x1="13867" y1="62598" x2="22526" y2="62891"/>
                        <a14:foregroundMark x1="26563" y1="64844" x2="31160" y2="65962"/>
                        <a14:foregroundMark x1="22917" y1="73340" x2="25391" y2="73047"/>
                        <a14:foregroundMark x1="7357" y1="88867" x2="14714" y2="89063"/>
                        <a14:foregroundMark x1="48698" y1="60156" x2="52930" y2="63867"/>
                        <a14:foregroundMark x1="56445" y1="72168" x2="56185" y2="75391"/>
                        <a14:foregroundMark x1="55990" y1="72754" x2="56641" y2="75488"/>
                        <a14:backgroundMark x1="32292" y1="67285" x2="31576" y2="67969"/>
                        <a14:backgroundMark x1="31315" y1="65332" x2="32292" y2="70703"/>
                        <a14:backgroundMark x1="13281" y1="20898" x2="38346" y2="38965"/>
                      </a14:backgroundRemoval>
                    </a14:imgEffect>
                  </a14:imgLayer>
                </a14:imgProps>
              </a:ext>
            </a:extLst>
          </a:blip>
          <a:srcRect l="36738" t="53379" r="32183" b="6579"/>
          <a:stretch>
            <a:fillRect/>
          </a:stretch>
        </p:blipFill>
        <p:spPr>
          <a:xfrm>
            <a:off x="5979365" y="1123526"/>
            <a:ext cx="984198" cy="845374"/>
          </a:xfrm>
          <a:prstGeom prst="rect">
            <a:avLst/>
          </a:prstGeom>
        </p:spPr>
      </p:pic>
      <p:sp>
        <p:nvSpPr>
          <p:cNvPr id="65" name="TextBox 64">
            <a:extLst>
              <a:ext uri="{FF2B5EF4-FFF2-40B4-BE49-F238E27FC236}">
                <a16:creationId xmlns:a16="http://schemas.microsoft.com/office/drawing/2014/main" id="{1BB45464-AFDD-B039-D6B6-1EA14E643C6D}"/>
              </a:ext>
            </a:extLst>
          </p:cNvPr>
          <p:cNvSpPr txBox="1"/>
          <p:nvPr/>
        </p:nvSpPr>
        <p:spPr>
          <a:xfrm>
            <a:off x="6734846" y="1148490"/>
            <a:ext cx="32167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>
                <a:solidFill>
                  <a:srgbClr val="002060"/>
                </a:solidFill>
              </a:rPr>
              <a:t>Cluster Manager</a:t>
            </a:r>
            <a:endParaRPr lang="en-IN" b="1">
              <a:solidFill>
                <a:srgbClr val="002060"/>
              </a:solidFill>
              <a:highlight>
                <a:srgbClr val="FBB3A7"/>
              </a:highlight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15B4CC8-1325-6F6D-A502-B483A847780B}"/>
              </a:ext>
            </a:extLst>
          </p:cNvPr>
          <p:cNvSpPr txBox="1"/>
          <p:nvPr/>
        </p:nvSpPr>
        <p:spPr>
          <a:xfrm>
            <a:off x="6872460" y="1540636"/>
            <a:ext cx="21501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>
                <a:solidFill>
                  <a:srgbClr val="002060"/>
                </a:solidFill>
              </a:rPr>
              <a:t>Allocates cluster resources</a:t>
            </a:r>
            <a:endParaRPr lang="en-IN" sz="1100">
              <a:solidFill>
                <a:srgbClr val="002060"/>
              </a:solidFill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BEAF319-CC18-9600-1247-19E7567C7B23}"/>
              </a:ext>
            </a:extLst>
          </p:cNvPr>
          <p:cNvSpPr txBox="1"/>
          <p:nvPr/>
        </p:nvSpPr>
        <p:spPr>
          <a:xfrm>
            <a:off x="5980168" y="1993864"/>
            <a:ext cx="294166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>
                <a:solidFill>
                  <a:srgbClr val="002060"/>
                </a:solidFill>
              </a:rPr>
              <a:t>Responsibilities</a:t>
            </a:r>
          </a:p>
          <a:p>
            <a:pPr lvl="0"/>
            <a:r>
              <a:rPr lang="en-IN" sz="1400">
                <a:solidFill>
                  <a:srgbClr val="002060"/>
                </a:solidFill>
              </a:rPr>
              <a:t>Manages CPU and memory</a:t>
            </a:r>
          </a:p>
          <a:p>
            <a:pPr lvl="0"/>
            <a:r>
              <a:rPr lang="en-IN" sz="1400">
                <a:solidFill>
                  <a:srgbClr val="002060"/>
                </a:solidFill>
              </a:rPr>
              <a:t>Launches executors</a:t>
            </a:r>
          </a:p>
          <a:p>
            <a:pPr lvl="0"/>
            <a:r>
              <a:rPr lang="en-IN" sz="1400">
                <a:solidFill>
                  <a:srgbClr val="002060"/>
                </a:solidFill>
              </a:rPr>
              <a:t>Allocates worker nodes</a:t>
            </a:r>
          </a:p>
          <a:p>
            <a:pPr lvl="0"/>
            <a:r>
              <a:rPr lang="en-IN" sz="1400">
                <a:solidFill>
                  <a:srgbClr val="002060"/>
                </a:solidFill>
              </a:rPr>
              <a:t>Monitors resource usage</a:t>
            </a:r>
          </a:p>
          <a:p>
            <a:r>
              <a:rPr lang="en-IN" sz="1600" b="1">
                <a:solidFill>
                  <a:srgbClr val="002060"/>
                </a:solidFill>
              </a:rPr>
              <a:t>Supported Managers</a:t>
            </a:r>
          </a:p>
        </p:txBody>
      </p:sp>
      <p:pic>
        <p:nvPicPr>
          <p:cNvPr id="70" name="Picture 69">
            <a:extLst>
              <a:ext uri="{FF2B5EF4-FFF2-40B4-BE49-F238E27FC236}">
                <a16:creationId xmlns:a16="http://schemas.microsoft.com/office/drawing/2014/main" id="{6A316D35-1ABC-500F-D0E7-3D39241562C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945" b="89641" l="6630" r="95074">
                        <a14:foregroundMark x1="13306" y1="39917" x2="12155" y2="50552"/>
                        <a14:foregroundMark x1="6630" y1="35773" x2="7827" y2="54006"/>
                        <a14:foregroundMark x1="63904" y1="31630" x2="59300" y2="48204"/>
                        <a14:foregroundMark x1="62615" y1="29282" x2="57090" y2="40331"/>
                        <a14:foregroundMark x1="62983" y1="23343" x2="56998" y2="37431"/>
                        <a14:foregroundMark x1="53315" y1="39227" x2="52532" y2="45304"/>
                        <a14:foregroundMark x1="52072" y1="39503" x2="53637" y2="45028"/>
                        <a14:foregroundMark x1="88858" y1="33978" x2="92864" y2="51243"/>
                        <a14:foregroundMark x1="95074" y1="35497" x2="94843" y2="47514"/>
                        <a14:foregroundMark x1="92219" y1="27762" x2="88444" y2="35083"/>
                        <a14:foregroundMark x1="89365" y1="22652" x2="81860" y2="39227"/>
                        <a14:foregroundMark x1="86602" y1="23066" x2="82689" y2="45994"/>
                        <a14:foregroundMark x1="88628" y1="34116" x2="87385" y2="49586"/>
                        <a14:foregroundMark x1="84300" y1="42265" x2="90838" y2="58149"/>
                        <a14:foregroundMark x1="65930" y1="59945" x2="65930" y2="60912"/>
                        <a14:foregroundMark x1="64365" y1="52901" x2="64687" y2="60635"/>
                        <a14:foregroundMark x1="68025" y1="49862" x2="67403" y2="51519"/>
                        <a14:foregroundMark x1="71133" y1="41575" x2="68025" y2="49862"/>
                        <a14:foregroundMark x1="68140" y1="42680" x2="66298" y2="49448"/>
                        <a14:foregroundMark x1="63766" y1="25000" x2="59945" y2="29834"/>
                        <a14:foregroundMark x1="62753" y1="20028" x2="59761" y2="28591"/>
                        <a14:foregroundMark x1="59622" y1="29834" x2="51611" y2="39917"/>
                        <a14:foregroundMark x1="55295" y1="56354" x2="54374" y2="59116"/>
                        <a14:foregroundMark x1="53913" y1="55387" x2="55157" y2="60221"/>
                        <a14:foregroundMark x1="70442" y1="25829" x2="70626" y2="27762"/>
                        <a14:backgroundMark x1="68370" y1="49862" x2="68370" y2="49862"/>
                        <a14:backgroundMark x1="68324" y1="49448" x2="68324" y2="49448"/>
                        <a14:backgroundMark x1="33840" y1="74033" x2="44475" y2="89088"/>
                        <a14:backgroundMark x1="44475" y1="89088" x2="32827" y2="79144"/>
                        <a14:backgroundMark x1="46455" y1="77486" x2="38582" y2="78729"/>
                        <a14:backgroundMark x1="38582" y1="78729" x2="31446" y2="85912"/>
                        <a14:backgroundMark x1="31446" y1="85912" x2="32689" y2="89779"/>
                        <a14:backgroundMark x1="28085" y1="78177" x2="44015" y2="84254"/>
                        <a14:backgroundMark x1="44383" y1="78867" x2="46225" y2="81768"/>
                        <a14:backgroundMark x1="42219" y1="77072" x2="45166" y2="79420"/>
                      </a14:backgroundRemoval>
                    </a14:imgEffect>
                  </a14:imgLayer>
                </a14:imgProps>
              </a:ext>
            </a:extLst>
          </a:blip>
          <a:srcRect l="26381" t="14088" r="1545" b="29374"/>
          <a:stretch>
            <a:fillRect/>
          </a:stretch>
        </p:blipFill>
        <p:spPr>
          <a:xfrm>
            <a:off x="6186205" y="3395347"/>
            <a:ext cx="2482154" cy="649016"/>
          </a:xfrm>
          <a:prstGeom prst="rect">
            <a:avLst/>
          </a:prstGeom>
        </p:spPr>
      </p:pic>
      <p:sp>
        <p:nvSpPr>
          <p:cNvPr id="71" name="TextBox 70">
            <a:extLst>
              <a:ext uri="{FF2B5EF4-FFF2-40B4-BE49-F238E27FC236}">
                <a16:creationId xmlns:a16="http://schemas.microsoft.com/office/drawing/2014/main" id="{3CD774C5-9269-987B-23B4-81A81278E40A}"/>
              </a:ext>
            </a:extLst>
          </p:cNvPr>
          <p:cNvSpPr txBox="1"/>
          <p:nvPr/>
        </p:nvSpPr>
        <p:spPr>
          <a:xfrm>
            <a:off x="6158125" y="3995010"/>
            <a:ext cx="83685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/>
              <a:t>Standalone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CBEA0838-D398-91E5-F268-98558EC85108}"/>
              </a:ext>
            </a:extLst>
          </p:cNvPr>
          <p:cNvSpPr txBox="1"/>
          <p:nvPr/>
        </p:nvSpPr>
        <p:spPr>
          <a:xfrm>
            <a:off x="7145956" y="4000606"/>
            <a:ext cx="56265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/>
              <a:t>YARN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FC560212-96C7-E3B3-3945-4088F7F49D7A}"/>
              </a:ext>
            </a:extLst>
          </p:cNvPr>
          <p:cNvSpPr txBox="1"/>
          <p:nvPr/>
        </p:nvSpPr>
        <p:spPr>
          <a:xfrm>
            <a:off x="7922197" y="3991307"/>
            <a:ext cx="83685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/>
              <a:t>Kubernetes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roup 46">
            <a:extLst>
              <a:ext uri="{FF2B5EF4-FFF2-40B4-BE49-F238E27FC236}">
                <a16:creationId xmlns:a16="http://schemas.microsoft.com/office/drawing/2014/main" id="{B90E9206-8FF4-3F76-1FE6-BE397730D3E5}"/>
              </a:ext>
            </a:extLst>
          </p:cNvPr>
          <p:cNvGrpSpPr/>
          <p:nvPr/>
        </p:nvGrpSpPr>
        <p:grpSpPr>
          <a:xfrm>
            <a:off x="3966522" y="2775451"/>
            <a:ext cx="4903158" cy="1429659"/>
            <a:chOff x="3966522" y="2775451"/>
            <a:chExt cx="4903158" cy="1429659"/>
          </a:xfrm>
        </p:grpSpPr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542D86D2-AD4A-5607-77C9-E0275E871C33}"/>
                </a:ext>
              </a:extLst>
            </p:cNvPr>
            <p:cNvSpPr/>
            <p:nvPr/>
          </p:nvSpPr>
          <p:spPr>
            <a:xfrm>
              <a:off x="3966522" y="2775451"/>
              <a:ext cx="4903158" cy="1429659"/>
            </a:xfrm>
            <a:prstGeom prst="roundRect">
              <a:avLst>
                <a:gd name="adj" fmla="val 7599"/>
              </a:avLst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A16E19DA-22C8-D200-C559-4D49B45BC943}"/>
                </a:ext>
              </a:extLst>
            </p:cNvPr>
            <p:cNvSpPr/>
            <p:nvPr/>
          </p:nvSpPr>
          <p:spPr>
            <a:xfrm>
              <a:off x="4054329" y="3052688"/>
              <a:ext cx="1453171" cy="1130691"/>
            </a:xfrm>
            <a:prstGeom prst="roundRect">
              <a:avLst>
                <a:gd name="adj" fmla="val 10313"/>
              </a:avLst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IN">
                <a:solidFill>
                  <a:schemeClr val="tx1"/>
                </a:solidFill>
              </a:endParaRPr>
            </a:p>
          </p:txBody>
        </p:sp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776463F4-3FE1-4226-D94B-4CB348656B4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17937" b="91357" l="14648" r="84189">
                          <a14:foregroundMark x1="16975" y1="19052" x2="13963" y2="29461"/>
                          <a14:foregroundMark x1="14484" y1="36693" x2="14921" y2="42751"/>
                          <a14:foregroundMark x1="13963" y1="29461" x2="14166" y2="32276"/>
                          <a14:foregroundMark x1="14921" y1="42751" x2="18549" y2="50279"/>
                          <a14:foregroundMark x1="17747" y1="54568" x2="15264" y2="67844"/>
                          <a14:foregroundMark x1="18549" y1="50279" x2="18461" y2="50749"/>
                          <a14:foregroundMark x1="15264" y1="67844" x2="21150" y2="91357"/>
                          <a14:foregroundMark x1="21150" y1="91357" x2="28611" y2="92100"/>
                          <a14:foregroundMark x1="36359" y1="87386" x2="41136" y2="84480"/>
                          <a14:foregroundMark x1="28611" y1="92100" x2="30245" y2="91106"/>
                          <a14:foregroundMark x1="69278" y1="88286" x2="76865" y2="89312"/>
                          <a14:foregroundMark x1="41136" y1="84480" x2="64304" y2="87613"/>
                          <a14:foregroundMark x1="76865" y1="89312" x2="84394" y2="80112"/>
                          <a14:foregroundMark x1="84394" y1="80112" x2="84736" y2="67937"/>
                          <a14:foregroundMark x1="84736" y1="67937" x2="81279" y2="55002"/>
                          <a14:foregroundMark x1="81588" y1="51028" x2="85216" y2="25743"/>
                          <a14:foregroundMark x1="85216" y1="25743" x2="26626" y2="17565"/>
                          <a14:foregroundMark x1="26626" y1="17565" x2="19233" y2="17937"/>
                          <a14:foregroundMark x1="19233" y1="17937" x2="17112" y2="18773"/>
                          <a14:foregroundMark x1="60917" y1="18216" x2="82272" y2="21747"/>
                          <a14:foregroundMark x1="82272" y1="21747" x2="84257" y2="42844"/>
                          <a14:foregroundMark x1="84257" y1="42844" x2="79261" y2="49628"/>
                          <a14:foregroundMark x1="80014" y1="47398" x2="49722" y2="51378"/>
                          <a14:foregroundMark x1="43242" y1="51472" x2="22724" y2="51022"/>
                          <a14:foregroundMark x1="77344" y1="50000" x2="76797" y2="58178"/>
                          <a14:foregroundMark x1="70294" y1="50000" x2="70294" y2="58364"/>
                          <a14:foregroundMark x1="75565" y1="52323" x2="71389" y2="51301"/>
                          <a14:foregroundMark x1="71047" y1="50279" x2="72621" y2="50093"/>
                          <a14:foregroundMark x1="80493" y1="29740" x2="80698" y2="48606"/>
                          <a14:foregroundMark x1="80698" y1="48606" x2="16769" y2="46375"/>
                          <a14:foregroundMark x1="16769" y1="46375" x2="14107" y2="39342"/>
                          <a14:foregroundMark x1="13610" y1="32256" x2="14648" y2="26115"/>
                          <a14:foregroundMark x1="14648" y1="26115" x2="53936" y2="23420"/>
                          <a14:foregroundMark x1="53936" y1="23420" x2="59411" y2="23420"/>
                          <a14:foregroundMark x1="78576" y1="90706" x2="69918" y2="91034"/>
                          <a14:foregroundMark x1="46475" y1="30390" x2="25462" y2="39498"/>
                          <a14:foregroundMark x1="25462" y1="39498" x2="29569" y2="30483"/>
                          <a14:foregroundMark x1="29569" y1="30483" x2="44832" y2="29461"/>
                          <a14:foregroundMark x1="44832" y1="29461" x2="46338" y2="29740"/>
                          <a14:foregroundMark x1="63176" y1="30112" x2="69405" y2="38104"/>
                          <a14:foregroundMark x1="69405" y1="38104" x2="63997" y2="31506"/>
                          <a14:foregroundMark x1="63997" y1="31506" x2="62149" y2="31227"/>
                          <a14:foregroundMark x1="72553" y1="30019" x2="74401" y2="31413"/>
                          <a14:foregroundMark x1="73785" y1="31227" x2="68857" y2="32714"/>
                          <a14:foregroundMark x1="57632" y1="31134" x2="79603" y2="32435"/>
                          <a14:foregroundMark x1="59754" y1="36431" x2="80082" y2="34758"/>
                          <a14:foregroundMark x1="71184" y1="34758" x2="77823" y2="34201"/>
                          <a14:foregroundMark x1="66940" y1="38755" x2="74880" y2="38476"/>
                          <a14:foregroundMark x1="61670" y1="75836" x2="78850" y2="74535"/>
                          <a14:foregroundMark x1="55168" y1="69610" x2="72621" y2="71283"/>
                          <a14:foregroundMark x1="69541" y1="71933" x2="78097" y2="70818"/>
                          <a14:foregroundMark x1="35387" y1="72491" x2="51198" y2="72491"/>
                          <a14:foregroundMark x1="28200" y1="71933" x2="35729" y2="72212"/>
                          <a14:foregroundMark x1="23409" y1="52230" x2="30253" y2="52230"/>
                          <a14:foregroundMark x1="22998" y1="88011" x2="27515" y2="88476"/>
                          <a14:foregroundMark x1="68925" y1="89312" x2="69952" y2="89684"/>
                          <a14:foregroundMark x1="69884" y1="90428" x2="69884" y2="90428"/>
                          <a14:foregroundMark x1="69062" y1="90149" x2="69541" y2="90149"/>
                          <a14:foregroundMark x1="69405" y1="88941" x2="69405" y2="88941"/>
                          <a14:foregroundMark x1="70363" y1="91357" x2="70363" y2="91357"/>
                          <a14:backgroundMark x1="13415" y1="34480" x2="13415" y2="34480"/>
                          <a14:backgroundMark x1="13073" y1="33736" x2="13005" y2="38290"/>
                          <a14:backgroundMark x1="13415" y1="32249" x2="13279" y2="39312"/>
                          <a14:backgroundMark x1="17728" y1="52695" x2="19713" y2="53346"/>
                          <a14:backgroundMark x1="17864" y1="52416" x2="18960" y2="52695"/>
                          <a14:backgroundMark x1="16496" y1="54926" x2="17864" y2="54368"/>
                          <a14:backgroundMark x1="80835" y1="53439" x2="81520" y2="53439"/>
                          <a14:backgroundMark x1="80493" y1="52695" x2="81930" y2="52695"/>
                          <a14:backgroundMark x1="80356" y1="52602" x2="81109" y2="53346"/>
                          <a14:backgroundMark x1="81040" y1="54926" x2="81314" y2="54926"/>
                          <a14:backgroundMark x1="66393" y1="88104" x2="69131" y2="88104"/>
                          <a14:backgroundMark x1="64476" y1="90985" x2="67899" y2="90799"/>
                          <a14:backgroundMark x1="64476" y1="91171" x2="67693" y2="91171"/>
                          <a14:backgroundMark x1="62218" y1="91357" x2="66393" y2="91357"/>
                          <a14:backgroundMark x1="62971" y1="91357" x2="67556" y2="91357"/>
                          <a14:backgroundMark x1="67967" y1="91171" x2="68446" y2="93680"/>
                          <a14:backgroundMark x1="69438" y1="90598" x2="69952" y2="90985"/>
                          <a14:backgroundMark x1="68104" y1="89591" x2="68571" y2="89943"/>
                          <a14:backgroundMark x1="32375" y1="89126" x2="37372" y2="89591"/>
                          <a14:backgroundMark x1="32991" y1="89126" x2="36550" y2="89033"/>
                          <a14:backgroundMark x1="31417" y1="90613" x2="35318" y2="91357"/>
                          <a14:backgroundMark x1="48255" y1="52045" x2="48255" y2="52045"/>
                          <a14:backgroundMark x1="42847" y1="52230" x2="45517" y2="52788"/>
                          <a14:backgroundMark x1="47228" y1="51766" x2="49213" y2="52323"/>
                          <a14:backgroundMark x1="46270" y1="52045" x2="47228" y2="52230"/>
                          <a14:backgroundMark x1="45791" y1="52416" x2="46886" y2="52602"/>
                          <a14:backgroundMark x1="42847" y1="52788" x2="44079" y2="52974"/>
                          <a14:backgroundMark x1="63997" y1="88290" x2="66393" y2="88104"/>
                          <a14:backgroundMark x1="65366" y1="87732" x2="66461" y2="87918"/>
                          <a14:backgroundMark x1="60849" y1="91078" x2="63107" y2="92379"/>
                          <a14:backgroundMark x1="62012" y1="90985" x2="62491" y2="91078"/>
                          <a14:backgroundMark x1="31485" y1="89963" x2="31964" y2="91729"/>
                          <a14:backgroundMark x1="32854" y1="90056" x2="32101" y2="90985"/>
                        </a14:backgroundRemoval>
                      </a14:imgEffect>
                    </a14:imgLayer>
                  </a14:imgProps>
                </a:ext>
              </a:extLst>
            </a:blip>
            <a:srcRect l="14177" t="18046" r="14313" b="44065"/>
            <a:stretch>
              <a:fillRect/>
            </a:stretch>
          </p:blipFill>
          <p:spPr>
            <a:xfrm>
              <a:off x="4364219" y="3269009"/>
              <a:ext cx="801446" cy="312761"/>
            </a:xfrm>
            <a:prstGeom prst="rect">
              <a:avLst/>
            </a:prstGeom>
          </p:spPr>
        </p:pic>
        <p:sp>
          <p:nvSpPr>
            <p:cNvPr id="40" name="Rectangle: Rounded Corners 39">
              <a:extLst>
                <a:ext uri="{FF2B5EF4-FFF2-40B4-BE49-F238E27FC236}">
                  <a16:creationId xmlns:a16="http://schemas.microsoft.com/office/drawing/2014/main" id="{DA1C15A2-133B-B311-AB2E-F9B104699706}"/>
                </a:ext>
              </a:extLst>
            </p:cNvPr>
            <p:cNvSpPr/>
            <p:nvPr/>
          </p:nvSpPr>
          <p:spPr>
            <a:xfrm>
              <a:off x="4494708" y="3636904"/>
              <a:ext cx="572412" cy="229885"/>
            </a:xfrm>
            <a:prstGeom prst="roundRect">
              <a:avLst>
                <a:gd name="adj" fmla="val 10313"/>
              </a:avLst>
            </a:prstGeom>
            <a:solidFill>
              <a:srgbClr val="ECBDFF"/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b="1">
                  <a:solidFill>
                    <a:srgbClr val="002060"/>
                  </a:solidFill>
                </a:rPr>
                <a:t>Task</a:t>
              </a:r>
              <a:endParaRPr lang="en-IN" sz="1600" b="1">
                <a:solidFill>
                  <a:srgbClr val="002060"/>
                </a:solidFill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57618A95-E88C-3024-95F1-CA1939AE33B9}"/>
                </a:ext>
              </a:extLst>
            </p:cNvPr>
            <p:cNvSpPr txBox="1"/>
            <p:nvPr/>
          </p:nvSpPr>
          <p:spPr>
            <a:xfrm>
              <a:off x="4327756" y="3032550"/>
              <a:ext cx="87437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/>
                <a:t>Executor 1</a:t>
              </a:r>
              <a:endParaRPr lang="en-IN" sz="1200" b="1"/>
            </a:p>
          </p:txBody>
        </p:sp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E1613F6B-1385-B325-C239-6599AAF57DA7}"/>
                </a:ext>
              </a:extLst>
            </p:cNvPr>
            <p:cNvSpPr/>
            <p:nvPr/>
          </p:nvSpPr>
          <p:spPr>
            <a:xfrm>
              <a:off x="4142986" y="3896667"/>
              <a:ext cx="1261941" cy="229885"/>
            </a:xfrm>
            <a:prstGeom prst="roundRect">
              <a:avLst>
                <a:gd name="adj" fmla="val 7599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 b="1">
                  <a:solidFill>
                    <a:schemeClr val="tx1"/>
                  </a:solidFill>
                </a:rPr>
                <a:t>Process Data </a:t>
              </a:r>
            </a:p>
          </p:txBody>
        </p:sp>
      </p:grpSp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25A1C"/>
          </a:solidFill>
          <a:ln w="12700">
            <a:solidFill>
              <a:srgbClr val="E25A1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B1F3A"/>
                </a:solidFill>
              </a:rPr>
              <a:t>Executors, Partitions and Tasks</a:t>
            </a:r>
            <a:endParaRPr lang="en-US" sz="28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A6B8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  <p:sp>
        <p:nvSpPr>
          <p:cNvPr id="18" name="Shape 3">
            <a:extLst>
              <a:ext uri="{FF2B5EF4-FFF2-40B4-BE49-F238E27FC236}">
                <a16:creationId xmlns:a16="http://schemas.microsoft.com/office/drawing/2014/main" id="{0138AA98-DC59-807B-2656-E71E53779864}"/>
              </a:ext>
            </a:extLst>
          </p:cNvPr>
          <p:cNvSpPr/>
          <p:nvPr/>
        </p:nvSpPr>
        <p:spPr>
          <a:xfrm>
            <a:off x="400929" y="4334312"/>
            <a:ext cx="8468751" cy="420568"/>
          </a:xfrm>
          <a:prstGeom prst="roundRect">
            <a:avLst>
              <a:gd name="adj" fmla="val 13333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A7BA4782-2CAF-8326-B86C-132D0EB7B4C8}"/>
              </a:ext>
            </a:extLst>
          </p:cNvPr>
          <p:cNvSpPr/>
          <p:nvPr/>
        </p:nvSpPr>
        <p:spPr>
          <a:xfrm>
            <a:off x="288215" y="960120"/>
            <a:ext cx="2813712" cy="1611630"/>
          </a:xfrm>
          <a:prstGeom prst="roundRect">
            <a:avLst>
              <a:gd name="adj" fmla="val 9803"/>
            </a:avLst>
          </a:prstGeom>
          <a:solidFill>
            <a:srgbClr val="D8ECF8"/>
          </a:solidFill>
          <a:ln>
            <a:solidFill>
              <a:srgbClr val="0070C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IN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F3203F2A-3B35-7DB3-4A67-31764A95D4D7}"/>
              </a:ext>
            </a:extLst>
          </p:cNvPr>
          <p:cNvSpPr/>
          <p:nvPr/>
        </p:nvSpPr>
        <p:spPr>
          <a:xfrm>
            <a:off x="3226955" y="960120"/>
            <a:ext cx="2816698" cy="1611630"/>
          </a:xfrm>
          <a:prstGeom prst="roundRect">
            <a:avLst>
              <a:gd name="adj" fmla="val 7599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3599AB5A-65E5-ED22-E42C-EAE431390BF3}"/>
              </a:ext>
            </a:extLst>
          </p:cNvPr>
          <p:cNvSpPr/>
          <p:nvPr/>
        </p:nvSpPr>
        <p:spPr>
          <a:xfrm>
            <a:off x="6151181" y="948941"/>
            <a:ext cx="2813712" cy="1622809"/>
          </a:xfrm>
          <a:prstGeom prst="roundRect">
            <a:avLst>
              <a:gd name="adj" fmla="val 10313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>
              <a:solidFill>
                <a:schemeClr val="tx1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024F65F-67AF-74DD-75FF-4CAA645F3036}"/>
              </a:ext>
            </a:extLst>
          </p:cNvPr>
          <p:cNvSpPr txBox="1"/>
          <p:nvPr/>
        </p:nvSpPr>
        <p:spPr>
          <a:xfrm>
            <a:off x="344657" y="960120"/>
            <a:ext cx="2757269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>
                <a:solidFill>
                  <a:srgbClr val="002060"/>
                </a:solidFill>
              </a:rPr>
              <a:t>Executors</a:t>
            </a:r>
          </a:p>
          <a:p>
            <a:r>
              <a:rPr lang="en-IN" sz="1400"/>
              <a:t>Processes running on worker nodes that execute tasks.</a:t>
            </a:r>
          </a:p>
          <a:p>
            <a:r>
              <a:rPr lang="en-IN" sz="1400" b="1"/>
              <a:t>Key Points</a:t>
            </a:r>
          </a:p>
          <a:p>
            <a:pPr lvl="0"/>
            <a:r>
              <a:rPr lang="en-IN" sz="1400"/>
              <a:t>-Execute tasks in parallel.</a:t>
            </a:r>
          </a:p>
          <a:p>
            <a:pPr lvl="0"/>
            <a:r>
              <a:rPr lang="en-IN" sz="1400"/>
              <a:t>-Store intermediate data in memory or disk.</a:t>
            </a:r>
          </a:p>
          <a:p>
            <a:endParaRPr lang="en-IN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ED4AD3C-A524-B1E2-B4ED-B9941F927C0D}"/>
              </a:ext>
            </a:extLst>
          </p:cNvPr>
          <p:cNvSpPr txBox="1"/>
          <p:nvPr/>
        </p:nvSpPr>
        <p:spPr>
          <a:xfrm>
            <a:off x="3209455" y="936046"/>
            <a:ext cx="2834198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>
                <a:solidFill>
                  <a:schemeClr val="accent6">
                    <a:lumMod val="50000"/>
                  </a:schemeClr>
                </a:solidFill>
              </a:rPr>
              <a:t>Partitions</a:t>
            </a:r>
          </a:p>
          <a:p>
            <a:r>
              <a:rPr lang="en-IN" sz="1400"/>
              <a:t>Logical divisions of data in an RDD or </a:t>
            </a:r>
            <a:r>
              <a:rPr lang="en-IN" sz="1400" err="1"/>
              <a:t>DataFrame</a:t>
            </a:r>
            <a:r>
              <a:rPr lang="en-IN" sz="1400"/>
              <a:t>.</a:t>
            </a:r>
          </a:p>
          <a:p>
            <a:r>
              <a:rPr lang="en-IN" sz="1400" b="1"/>
              <a:t>Key Points</a:t>
            </a:r>
          </a:p>
          <a:p>
            <a:pPr lvl="0"/>
            <a:r>
              <a:rPr lang="en-IN" sz="1400"/>
              <a:t>-Data is split into multiple partitions.</a:t>
            </a:r>
          </a:p>
          <a:p>
            <a:pPr lvl="0"/>
            <a:r>
              <a:rPr lang="en-IN" sz="1400"/>
              <a:t>-More partitions improve      parallelism.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B4EA02E-7FA7-6C19-0991-E460BEFFA724}"/>
              </a:ext>
            </a:extLst>
          </p:cNvPr>
          <p:cNvSpPr txBox="1"/>
          <p:nvPr/>
        </p:nvSpPr>
        <p:spPr>
          <a:xfrm>
            <a:off x="6155453" y="938390"/>
            <a:ext cx="2809440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>
                <a:solidFill>
                  <a:schemeClr val="accent4">
                    <a:lumMod val="50000"/>
                  </a:schemeClr>
                </a:solidFill>
              </a:rPr>
              <a:t>Tasks</a:t>
            </a:r>
          </a:p>
          <a:p>
            <a:r>
              <a:rPr lang="en-IN" sz="1400"/>
              <a:t>Smallest unit of execution in Spark.</a:t>
            </a:r>
          </a:p>
          <a:p>
            <a:r>
              <a:rPr lang="en-IN" sz="1400" b="1"/>
              <a:t>Key Points</a:t>
            </a:r>
          </a:p>
          <a:p>
            <a:pPr lvl="0"/>
            <a:r>
              <a:rPr lang="en-IN" sz="1400"/>
              <a:t>-One task processes one partition.</a:t>
            </a:r>
          </a:p>
          <a:p>
            <a:pPr lvl="0"/>
            <a:r>
              <a:rPr lang="en-IN" sz="1400"/>
              <a:t>-Tasks run on executors.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DF4F8E6-9941-E867-D378-A67280B3FC58}"/>
              </a:ext>
            </a:extLst>
          </p:cNvPr>
          <p:cNvSpPr txBox="1"/>
          <p:nvPr/>
        </p:nvSpPr>
        <p:spPr>
          <a:xfrm>
            <a:off x="4083880" y="2753099"/>
            <a:ext cx="47154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/>
              <a:t>Worker Node </a:t>
            </a:r>
            <a:endParaRPr lang="en-IN" sz="1600" b="1"/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C039C549-79A1-A0CF-3FB8-851C99BCDBD1}"/>
              </a:ext>
            </a:extLst>
          </p:cNvPr>
          <p:cNvSpPr/>
          <p:nvPr/>
        </p:nvSpPr>
        <p:spPr>
          <a:xfrm>
            <a:off x="5678354" y="3057240"/>
            <a:ext cx="1453171" cy="1130691"/>
          </a:xfrm>
          <a:prstGeom prst="roundRect">
            <a:avLst>
              <a:gd name="adj" fmla="val 10313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>
              <a:solidFill>
                <a:schemeClr val="tx1"/>
              </a:solidFill>
            </a:endParaRP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A142F250-E033-8C01-0798-61636497BE2E}"/>
              </a:ext>
            </a:extLst>
          </p:cNvPr>
          <p:cNvSpPr/>
          <p:nvPr/>
        </p:nvSpPr>
        <p:spPr>
          <a:xfrm>
            <a:off x="7302379" y="3039350"/>
            <a:ext cx="1453171" cy="1130691"/>
          </a:xfrm>
          <a:prstGeom prst="roundRect">
            <a:avLst>
              <a:gd name="adj" fmla="val 10313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>
              <a:solidFill>
                <a:schemeClr val="tx1"/>
              </a:solidFill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4C9B34F-7C5C-0998-DA9F-D9A17CA374ED}"/>
              </a:ext>
            </a:extLst>
          </p:cNvPr>
          <p:cNvSpPr txBox="1"/>
          <p:nvPr/>
        </p:nvSpPr>
        <p:spPr>
          <a:xfrm>
            <a:off x="5986139" y="3043350"/>
            <a:ext cx="8743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/>
              <a:t>Executor 2</a:t>
            </a:r>
            <a:endParaRPr lang="en-IN" sz="1200" b="1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7F92948-A555-5F1F-9D80-8275E10255E8}"/>
              </a:ext>
            </a:extLst>
          </p:cNvPr>
          <p:cNvSpPr txBox="1"/>
          <p:nvPr/>
        </p:nvSpPr>
        <p:spPr>
          <a:xfrm>
            <a:off x="7598607" y="3041832"/>
            <a:ext cx="8743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/>
              <a:t>Executor N</a:t>
            </a:r>
            <a:endParaRPr lang="en-IN" sz="1200" b="1"/>
          </a:p>
        </p:txBody>
      </p:sp>
      <p:pic>
        <p:nvPicPr>
          <p:cNvPr id="61" name="Picture 60">
            <a:extLst>
              <a:ext uri="{FF2B5EF4-FFF2-40B4-BE49-F238E27FC236}">
                <a16:creationId xmlns:a16="http://schemas.microsoft.com/office/drawing/2014/main" id="{BB5EC985-42B8-1AFC-5D97-5868D108A4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7937" b="91357" l="14648" r="84189">
                        <a14:foregroundMark x1="16975" y1="19052" x2="13963" y2="29461"/>
                        <a14:foregroundMark x1="14484" y1="36693" x2="14921" y2="42751"/>
                        <a14:foregroundMark x1="13963" y1="29461" x2="14166" y2="32276"/>
                        <a14:foregroundMark x1="14921" y1="42751" x2="18549" y2="50279"/>
                        <a14:foregroundMark x1="17747" y1="54568" x2="15264" y2="67844"/>
                        <a14:foregroundMark x1="18549" y1="50279" x2="18461" y2="50749"/>
                        <a14:foregroundMark x1="15264" y1="67844" x2="21150" y2="91357"/>
                        <a14:foregroundMark x1="21150" y1="91357" x2="28611" y2="92100"/>
                        <a14:foregroundMark x1="36359" y1="87386" x2="41136" y2="84480"/>
                        <a14:foregroundMark x1="28611" y1="92100" x2="30245" y2="91106"/>
                        <a14:foregroundMark x1="69278" y1="88286" x2="76865" y2="89312"/>
                        <a14:foregroundMark x1="41136" y1="84480" x2="64304" y2="87613"/>
                        <a14:foregroundMark x1="76865" y1="89312" x2="84394" y2="80112"/>
                        <a14:foregroundMark x1="84394" y1="80112" x2="84736" y2="67937"/>
                        <a14:foregroundMark x1="84736" y1="67937" x2="81279" y2="55002"/>
                        <a14:foregroundMark x1="81588" y1="51028" x2="85216" y2="25743"/>
                        <a14:foregroundMark x1="85216" y1="25743" x2="26626" y2="17565"/>
                        <a14:foregroundMark x1="26626" y1="17565" x2="19233" y2="17937"/>
                        <a14:foregroundMark x1="19233" y1="17937" x2="17112" y2="18773"/>
                        <a14:foregroundMark x1="60917" y1="18216" x2="82272" y2="21747"/>
                        <a14:foregroundMark x1="82272" y1="21747" x2="84257" y2="42844"/>
                        <a14:foregroundMark x1="84257" y1="42844" x2="79261" y2="49628"/>
                        <a14:foregroundMark x1="80014" y1="47398" x2="49722" y2="51378"/>
                        <a14:foregroundMark x1="43242" y1="51472" x2="22724" y2="51022"/>
                        <a14:foregroundMark x1="77344" y1="50000" x2="76797" y2="58178"/>
                        <a14:foregroundMark x1="70294" y1="50000" x2="70294" y2="58364"/>
                        <a14:foregroundMark x1="75565" y1="52323" x2="71389" y2="51301"/>
                        <a14:foregroundMark x1="71047" y1="50279" x2="72621" y2="50093"/>
                        <a14:foregroundMark x1="80493" y1="29740" x2="80698" y2="48606"/>
                        <a14:foregroundMark x1="80698" y1="48606" x2="16769" y2="46375"/>
                        <a14:foregroundMark x1="16769" y1="46375" x2="14107" y2="39342"/>
                        <a14:foregroundMark x1="13610" y1="32256" x2="14648" y2="26115"/>
                        <a14:foregroundMark x1="14648" y1="26115" x2="53936" y2="23420"/>
                        <a14:foregroundMark x1="53936" y1="23420" x2="59411" y2="23420"/>
                        <a14:foregroundMark x1="78576" y1="90706" x2="69918" y2="91034"/>
                        <a14:foregroundMark x1="46475" y1="30390" x2="25462" y2="39498"/>
                        <a14:foregroundMark x1="25462" y1="39498" x2="29569" y2="30483"/>
                        <a14:foregroundMark x1="29569" y1="30483" x2="44832" y2="29461"/>
                        <a14:foregroundMark x1="44832" y1="29461" x2="46338" y2="29740"/>
                        <a14:foregroundMark x1="63176" y1="30112" x2="69405" y2="38104"/>
                        <a14:foregroundMark x1="69405" y1="38104" x2="63997" y2="31506"/>
                        <a14:foregroundMark x1="63997" y1="31506" x2="62149" y2="31227"/>
                        <a14:foregroundMark x1="72553" y1="30019" x2="74401" y2="31413"/>
                        <a14:foregroundMark x1="73785" y1="31227" x2="68857" y2="32714"/>
                        <a14:foregroundMark x1="57632" y1="31134" x2="79603" y2="32435"/>
                        <a14:foregroundMark x1="59754" y1="36431" x2="80082" y2="34758"/>
                        <a14:foregroundMark x1="71184" y1="34758" x2="77823" y2="34201"/>
                        <a14:foregroundMark x1="66940" y1="38755" x2="74880" y2="38476"/>
                        <a14:foregroundMark x1="61670" y1="75836" x2="78850" y2="74535"/>
                        <a14:foregroundMark x1="55168" y1="69610" x2="72621" y2="71283"/>
                        <a14:foregroundMark x1="69541" y1="71933" x2="78097" y2="70818"/>
                        <a14:foregroundMark x1="35387" y1="72491" x2="51198" y2="72491"/>
                        <a14:foregroundMark x1="28200" y1="71933" x2="35729" y2="72212"/>
                        <a14:foregroundMark x1="23409" y1="52230" x2="30253" y2="52230"/>
                        <a14:foregroundMark x1="22998" y1="88011" x2="27515" y2="88476"/>
                        <a14:foregroundMark x1="68925" y1="89312" x2="69952" y2="89684"/>
                        <a14:foregroundMark x1="69884" y1="90428" x2="69884" y2="90428"/>
                        <a14:foregroundMark x1="69062" y1="90149" x2="69541" y2="90149"/>
                        <a14:foregroundMark x1="69405" y1="88941" x2="69405" y2="88941"/>
                        <a14:foregroundMark x1="70363" y1="91357" x2="70363" y2="91357"/>
                        <a14:backgroundMark x1="13415" y1="34480" x2="13415" y2="34480"/>
                        <a14:backgroundMark x1="13073" y1="33736" x2="13005" y2="38290"/>
                        <a14:backgroundMark x1="13415" y1="32249" x2="13279" y2="39312"/>
                        <a14:backgroundMark x1="17728" y1="52695" x2="19713" y2="53346"/>
                        <a14:backgroundMark x1="17864" y1="52416" x2="18960" y2="52695"/>
                        <a14:backgroundMark x1="16496" y1="54926" x2="17864" y2="54368"/>
                        <a14:backgroundMark x1="80835" y1="53439" x2="81520" y2="53439"/>
                        <a14:backgroundMark x1="80493" y1="52695" x2="81930" y2="52695"/>
                        <a14:backgroundMark x1="80356" y1="52602" x2="81109" y2="53346"/>
                        <a14:backgroundMark x1="81040" y1="54926" x2="81314" y2="54926"/>
                        <a14:backgroundMark x1="66393" y1="88104" x2="69131" y2="88104"/>
                        <a14:backgroundMark x1="64476" y1="90985" x2="67899" y2="90799"/>
                        <a14:backgroundMark x1="64476" y1="91171" x2="67693" y2="91171"/>
                        <a14:backgroundMark x1="62218" y1="91357" x2="66393" y2="91357"/>
                        <a14:backgroundMark x1="62971" y1="91357" x2="67556" y2="91357"/>
                        <a14:backgroundMark x1="67967" y1="91171" x2="68446" y2="93680"/>
                        <a14:backgroundMark x1="69438" y1="90598" x2="69952" y2="90985"/>
                        <a14:backgroundMark x1="68104" y1="89591" x2="68571" y2="89943"/>
                        <a14:backgroundMark x1="32375" y1="89126" x2="37372" y2="89591"/>
                        <a14:backgroundMark x1="32991" y1="89126" x2="36550" y2="89033"/>
                        <a14:backgroundMark x1="31417" y1="90613" x2="35318" y2="91357"/>
                        <a14:backgroundMark x1="48255" y1="52045" x2="48255" y2="52045"/>
                        <a14:backgroundMark x1="42847" y1="52230" x2="45517" y2="52788"/>
                        <a14:backgroundMark x1="47228" y1="51766" x2="49213" y2="52323"/>
                        <a14:backgroundMark x1="46270" y1="52045" x2="47228" y2="52230"/>
                        <a14:backgroundMark x1="45791" y1="52416" x2="46886" y2="52602"/>
                        <a14:backgroundMark x1="42847" y1="52788" x2="44079" y2="52974"/>
                        <a14:backgroundMark x1="63997" y1="88290" x2="66393" y2="88104"/>
                        <a14:backgroundMark x1="65366" y1="87732" x2="66461" y2="87918"/>
                        <a14:backgroundMark x1="60849" y1="91078" x2="63107" y2="92379"/>
                        <a14:backgroundMark x1="62012" y1="90985" x2="62491" y2="91078"/>
                        <a14:backgroundMark x1="31485" y1="89963" x2="31964" y2="91729"/>
                        <a14:backgroundMark x1="32854" y1="90056" x2="32101" y2="90985"/>
                      </a14:backgroundRemoval>
                    </a14:imgEffect>
                  </a14:imgLayer>
                </a14:imgProps>
              </a:ext>
            </a:extLst>
          </a:blip>
          <a:srcRect l="14177" t="18046" r="14313" b="44065"/>
          <a:stretch>
            <a:fillRect/>
          </a:stretch>
        </p:blipFill>
        <p:spPr>
          <a:xfrm>
            <a:off x="6030261" y="3293170"/>
            <a:ext cx="801446" cy="312761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374F3B48-120E-CA4A-DF04-C4EA5CA63F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7937" b="91357" l="14648" r="84189">
                        <a14:foregroundMark x1="16975" y1="19052" x2="13963" y2="29461"/>
                        <a14:foregroundMark x1="14484" y1="36693" x2="14921" y2="42751"/>
                        <a14:foregroundMark x1="13963" y1="29461" x2="14166" y2="32276"/>
                        <a14:foregroundMark x1="14921" y1="42751" x2="18549" y2="50279"/>
                        <a14:foregroundMark x1="17747" y1="54568" x2="15264" y2="67844"/>
                        <a14:foregroundMark x1="18549" y1="50279" x2="18461" y2="50749"/>
                        <a14:foregroundMark x1="15264" y1="67844" x2="21150" y2="91357"/>
                        <a14:foregroundMark x1="21150" y1="91357" x2="28611" y2="92100"/>
                        <a14:foregroundMark x1="36359" y1="87386" x2="41136" y2="84480"/>
                        <a14:foregroundMark x1="28611" y1="92100" x2="30245" y2="91106"/>
                        <a14:foregroundMark x1="69278" y1="88286" x2="76865" y2="89312"/>
                        <a14:foregroundMark x1="41136" y1="84480" x2="64304" y2="87613"/>
                        <a14:foregroundMark x1="76865" y1="89312" x2="84394" y2="80112"/>
                        <a14:foregroundMark x1="84394" y1="80112" x2="84736" y2="67937"/>
                        <a14:foregroundMark x1="84736" y1="67937" x2="81279" y2="55002"/>
                        <a14:foregroundMark x1="81588" y1="51028" x2="85216" y2="25743"/>
                        <a14:foregroundMark x1="85216" y1="25743" x2="26626" y2="17565"/>
                        <a14:foregroundMark x1="26626" y1="17565" x2="19233" y2="17937"/>
                        <a14:foregroundMark x1="19233" y1="17937" x2="17112" y2="18773"/>
                        <a14:foregroundMark x1="60917" y1="18216" x2="82272" y2="21747"/>
                        <a14:foregroundMark x1="82272" y1="21747" x2="84257" y2="42844"/>
                        <a14:foregroundMark x1="84257" y1="42844" x2="79261" y2="49628"/>
                        <a14:foregroundMark x1="80014" y1="47398" x2="49722" y2="51378"/>
                        <a14:foregroundMark x1="43242" y1="51472" x2="22724" y2="51022"/>
                        <a14:foregroundMark x1="77344" y1="50000" x2="76797" y2="58178"/>
                        <a14:foregroundMark x1="70294" y1="50000" x2="70294" y2="58364"/>
                        <a14:foregroundMark x1="75565" y1="52323" x2="71389" y2="51301"/>
                        <a14:foregroundMark x1="71047" y1="50279" x2="72621" y2="50093"/>
                        <a14:foregroundMark x1="80493" y1="29740" x2="80698" y2="48606"/>
                        <a14:foregroundMark x1="80698" y1="48606" x2="16769" y2="46375"/>
                        <a14:foregroundMark x1="16769" y1="46375" x2="14107" y2="39342"/>
                        <a14:foregroundMark x1="13610" y1="32256" x2="14648" y2="26115"/>
                        <a14:foregroundMark x1="14648" y1="26115" x2="53936" y2="23420"/>
                        <a14:foregroundMark x1="53936" y1="23420" x2="59411" y2="23420"/>
                        <a14:foregroundMark x1="78576" y1="90706" x2="69918" y2="91034"/>
                        <a14:foregroundMark x1="46475" y1="30390" x2="25462" y2="39498"/>
                        <a14:foregroundMark x1="25462" y1="39498" x2="29569" y2="30483"/>
                        <a14:foregroundMark x1="29569" y1="30483" x2="44832" y2="29461"/>
                        <a14:foregroundMark x1="44832" y1="29461" x2="46338" y2="29740"/>
                        <a14:foregroundMark x1="63176" y1="30112" x2="69405" y2="38104"/>
                        <a14:foregroundMark x1="69405" y1="38104" x2="63997" y2="31506"/>
                        <a14:foregroundMark x1="63997" y1="31506" x2="62149" y2="31227"/>
                        <a14:foregroundMark x1="72553" y1="30019" x2="74401" y2="31413"/>
                        <a14:foregroundMark x1="73785" y1="31227" x2="68857" y2="32714"/>
                        <a14:foregroundMark x1="57632" y1="31134" x2="79603" y2="32435"/>
                        <a14:foregroundMark x1="59754" y1="36431" x2="80082" y2="34758"/>
                        <a14:foregroundMark x1="71184" y1="34758" x2="77823" y2="34201"/>
                        <a14:foregroundMark x1="66940" y1="38755" x2="74880" y2="38476"/>
                        <a14:foregroundMark x1="61670" y1="75836" x2="78850" y2="74535"/>
                        <a14:foregroundMark x1="55168" y1="69610" x2="72621" y2="71283"/>
                        <a14:foregroundMark x1="69541" y1="71933" x2="78097" y2="70818"/>
                        <a14:foregroundMark x1="35387" y1="72491" x2="51198" y2="72491"/>
                        <a14:foregroundMark x1="28200" y1="71933" x2="35729" y2="72212"/>
                        <a14:foregroundMark x1="23409" y1="52230" x2="30253" y2="52230"/>
                        <a14:foregroundMark x1="22998" y1="88011" x2="27515" y2="88476"/>
                        <a14:foregroundMark x1="68925" y1="89312" x2="69952" y2="89684"/>
                        <a14:foregroundMark x1="69884" y1="90428" x2="69884" y2="90428"/>
                        <a14:foregroundMark x1="69062" y1="90149" x2="69541" y2="90149"/>
                        <a14:foregroundMark x1="69405" y1="88941" x2="69405" y2="88941"/>
                        <a14:foregroundMark x1="70363" y1="91357" x2="70363" y2="91357"/>
                        <a14:backgroundMark x1="13415" y1="34480" x2="13415" y2="34480"/>
                        <a14:backgroundMark x1="13073" y1="33736" x2="13005" y2="38290"/>
                        <a14:backgroundMark x1="13415" y1="32249" x2="13279" y2="39312"/>
                        <a14:backgroundMark x1="17728" y1="52695" x2="19713" y2="53346"/>
                        <a14:backgroundMark x1="17864" y1="52416" x2="18960" y2="52695"/>
                        <a14:backgroundMark x1="16496" y1="54926" x2="17864" y2="54368"/>
                        <a14:backgroundMark x1="80835" y1="53439" x2="81520" y2="53439"/>
                        <a14:backgroundMark x1="80493" y1="52695" x2="81930" y2="52695"/>
                        <a14:backgroundMark x1="80356" y1="52602" x2="81109" y2="53346"/>
                        <a14:backgroundMark x1="81040" y1="54926" x2="81314" y2="54926"/>
                        <a14:backgroundMark x1="66393" y1="88104" x2="69131" y2="88104"/>
                        <a14:backgroundMark x1="64476" y1="90985" x2="67899" y2="90799"/>
                        <a14:backgroundMark x1="64476" y1="91171" x2="67693" y2="91171"/>
                        <a14:backgroundMark x1="62218" y1="91357" x2="66393" y2="91357"/>
                        <a14:backgroundMark x1="62971" y1="91357" x2="67556" y2="91357"/>
                        <a14:backgroundMark x1="67967" y1="91171" x2="68446" y2="93680"/>
                        <a14:backgroundMark x1="69438" y1="90598" x2="69952" y2="90985"/>
                        <a14:backgroundMark x1="68104" y1="89591" x2="68571" y2="89943"/>
                        <a14:backgroundMark x1="32375" y1="89126" x2="37372" y2="89591"/>
                        <a14:backgroundMark x1="32991" y1="89126" x2="36550" y2="89033"/>
                        <a14:backgroundMark x1="31417" y1="90613" x2="35318" y2="91357"/>
                        <a14:backgroundMark x1="48255" y1="52045" x2="48255" y2="52045"/>
                        <a14:backgroundMark x1="42847" y1="52230" x2="45517" y2="52788"/>
                        <a14:backgroundMark x1="47228" y1="51766" x2="49213" y2="52323"/>
                        <a14:backgroundMark x1="46270" y1="52045" x2="47228" y2="52230"/>
                        <a14:backgroundMark x1="45791" y1="52416" x2="46886" y2="52602"/>
                        <a14:backgroundMark x1="42847" y1="52788" x2="44079" y2="52974"/>
                        <a14:backgroundMark x1="63997" y1="88290" x2="66393" y2="88104"/>
                        <a14:backgroundMark x1="65366" y1="87732" x2="66461" y2="87918"/>
                        <a14:backgroundMark x1="60849" y1="91078" x2="63107" y2="92379"/>
                        <a14:backgroundMark x1="62012" y1="90985" x2="62491" y2="91078"/>
                        <a14:backgroundMark x1="31485" y1="89963" x2="31964" y2="91729"/>
                        <a14:backgroundMark x1="32854" y1="90056" x2="32101" y2="90985"/>
                      </a14:backgroundRemoval>
                    </a14:imgEffect>
                  </a14:imgLayer>
                </a14:imgProps>
              </a:ext>
            </a:extLst>
          </a:blip>
          <a:srcRect l="14177" t="18046" r="14313" b="44065"/>
          <a:stretch>
            <a:fillRect/>
          </a:stretch>
        </p:blipFill>
        <p:spPr>
          <a:xfrm>
            <a:off x="7623661" y="3299780"/>
            <a:ext cx="801446" cy="312761"/>
          </a:xfrm>
          <a:prstGeom prst="rect">
            <a:avLst/>
          </a:prstGeom>
        </p:spPr>
      </p:pic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4856D836-1AA4-EB4E-4372-59D6D04D4C95}"/>
              </a:ext>
            </a:extLst>
          </p:cNvPr>
          <p:cNvSpPr/>
          <p:nvPr/>
        </p:nvSpPr>
        <p:spPr>
          <a:xfrm>
            <a:off x="6131895" y="3664843"/>
            <a:ext cx="572412" cy="229885"/>
          </a:xfrm>
          <a:prstGeom prst="roundRect">
            <a:avLst>
              <a:gd name="adj" fmla="val 10313"/>
            </a:avLst>
          </a:prstGeom>
          <a:solidFill>
            <a:srgbClr val="ECBDFF"/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>
                <a:solidFill>
                  <a:srgbClr val="002060"/>
                </a:solidFill>
              </a:rPr>
              <a:t>Task</a:t>
            </a:r>
            <a:endParaRPr lang="en-IN" sz="1600" b="1">
              <a:solidFill>
                <a:srgbClr val="002060"/>
              </a:solidFill>
            </a:endParaRPr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2A52F089-5DE5-9F66-F2A3-E683196A6089}"/>
              </a:ext>
            </a:extLst>
          </p:cNvPr>
          <p:cNvSpPr/>
          <p:nvPr/>
        </p:nvSpPr>
        <p:spPr>
          <a:xfrm>
            <a:off x="7749587" y="3661405"/>
            <a:ext cx="572412" cy="229885"/>
          </a:xfrm>
          <a:prstGeom prst="roundRect">
            <a:avLst>
              <a:gd name="adj" fmla="val 10313"/>
            </a:avLst>
          </a:prstGeom>
          <a:solidFill>
            <a:srgbClr val="ECBDFF"/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>
                <a:solidFill>
                  <a:srgbClr val="002060"/>
                </a:solidFill>
              </a:rPr>
              <a:t>Task</a:t>
            </a:r>
            <a:endParaRPr lang="en-IN" sz="1600" b="1">
              <a:solidFill>
                <a:srgbClr val="002060"/>
              </a:solidFill>
            </a:endParaRPr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E516E0DE-A2DA-FFF8-BFC2-733CC40D3629}"/>
              </a:ext>
            </a:extLst>
          </p:cNvPr>
          <p:cNvSpPr/>
          <p:nvPr/>
        </p:nvSpPr>
        <p:spPr>
          <a:xfrm>
            <a:off x="5773968" y="3905769"/>
            <a:ext cx="1261941" cy="229885"/>
          </a:xfrm>
          <a:prstGeom prst="roundRect">
            <a:avLst>
              <a:gd name="adj" fmla="val 7599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>
                <a:solidFill>
                  <a:schemeClr val="tx1"/>
                </a:solidFill>
              </a:rPr>
              <a:t>Process Data </a:t>
            </a:r>
          </a:p>
        </p:txBody>
      </p:sp>
      <p:sp>
        <p:nvSpPr>
          <p:cNvPr id="71" name="Rectangle: Rounded Corners 70">
            <a:extLst>
              <a:ext uri="{FF2B5EF4-FFF2-40B4-BE49-F238E27FC236}">
                <a16:creationId xmlns:a16="http://schemas.microsoft.com/office/drawing/2014/main" id="{BE185214-7283-8080-F023-E9D69C91F01D}"/>
              </a:ext>
            </a:extLst>
          </p:cNvPr>
          <p:cNvSpPr/>
          <p:nvPr/>
        </p:nvSpPr>
        <p:spPr>
          <a:xfrm>
            <a:off x="7404822" y="3924555"/>
            <a:ext cx="1261941" cy="229885"/>
          </a:xfrm>
          <a:prstGeom prst="roundRect">
            <a:avLst>
              <a:gd name="adj" fmla="val 7599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>
                <a:solidFill>
                  <a:schemeClr val="tx1"/>
                </a:solidFill>
              </a:rPr>
              <a:t>Process Data </a:t>
            </a:r>
          </a:p>
        </p:txBody>
      </p:sp>
      <p:pic>
        <p:nvPicPr>
          <p:cNvPr id="75" name="Picture 74">
            <a:extLst>
              <a:ext uri="{FF2B5EF4-FFF2-40B4-BE49-F238E27FC236}">
                <a16:creationId xmlns:a16="http://schemas.microsoft.com/office/drawing/2014/main" id="{A39B5F68-4A27-1D39-FAAB-831B0676B37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961" b="89844" l="8919" r="91016">
                        <a14:foregroundMark x1="9310" y1="15332" x2="21484" y2="15137"/>
                        <a14:foregroundMark x1="21484" y1="15137" x2="22721" y2="15723"/>
                        <a14:foregroundMark x1="14779" y1="12598" x2="24219" y2="13379"/>
                        <a14:foregroundMark x1="9049" y1="21582" x2="22526" y2="23926"/>
                        <a14:foregroundMark x1="22917" y1="22559" x2="27669" y2="21973"/>
                        <a14:foregroundMark x1="73633" y1="19922" x2="90299" y2="20898"/>
                        <a14:foregroundMark x1="40625" y1="19922" x2="51432" y2="20801"/>
                        <a14:foregroundMark x1="14453" y1="31445" x2="22201" y2="32129"/>
                        <a14:foregroundMark x1="12956" y1="26074" x2="26563" y2="26563"/>
                        <a14:foregroundMark x1="42643" y1="23535" x2="50716" y2="24219"/>
                        <a14:foregroundMark x1="52799" y1="21777" x2="55534" y2="34082"/>
                        <a14:foregroundMark x1="53385" y1="18359" x2="54753" y2="22559"/>
                        <a14:foregroundMark x1="52474" y1="14941" x2="54753" y2="18555"/>
                        <a14:foregroundMark x1="46745" y1="11719" x2="47461" y2="11914"/>
                        <a14:foregroundMark x1="44531" y1="12891" x2="49544" y2="12598"/>
                        <a14:foregroundMark x1="39453" y1="13574" x2="48438" y2="12988"/>
                        <a14:foregroundMark x1="39779" y1="14453" x2="40820" y2="29004"/>
                        <a14:foregroundMark x1="51823" y1="17480" x2="53841" y2="21973"/>
                        <a14:foregroundMark x1="52279" y1="29004" x2="52083" y2="40625"/>
                        <a14:foregroundMark x1="17513" y1="32520" x2="19010" y2="39551"/>
                        <a14:foregroundMark x1="17643" y1="39258" x2="19987" y2="44727"/>
                        <a14:foregroundMark x1="91016" y1="19141" x2="90755" y2="36230"/>
                        <a14:foregroundMark x1="50391" y1="19531" x2="48633" y2="34180"/>
                        <a14:foregroundMark x1="48633" y1="34180" x2="42839" y2="39746"/>
                        <a14:foregroundMark x1="42839" y1="39746" x2="55078" y2="44629"/>
                        <a14:foregroundMark x1="39779" y1="26758" x2="41667" y2="41895"/>
                        <a14:foregroundMark x1="41667" y1="41895" x2="44987" y2="45313"/>
                      </a14:backgroundRemoval>
                    </a14:imgEffect>
                  </a14:imgLayer>
                </a14:imgProps>
              </a:ext>
            </a:extLst>
          </a:blip>
          <a:srcRect l="6148" t="7658" r="70148" b="47898"/>
          <a:stretch>
            <a:fillRect/>
          </a:stretch>
        </p:blipFill>
        <p:spPr>
          <a:xfrm>
            <a:off x="335446" y="3010869"/>
            <a:ext cx="835876" cy="1044844"/>
          </a:xfrm>
          <a:prstGeom prst="rect">
            <a:avLst/>
          </a:prstGeom>
        </p:spPr>
      </p:pic>
      <p:sp>
        <p:nvSpPr>
          <p:cNvPr id="76" name="TextBox 75">
            <a:extLst>
              <a:ext uri="{FF2B5EF4-FFF2-40B4-BE49-F238E27FC236}">
                <a16:creationId xmlns:a16="http://schemas.microsoft.com/office/drawing/2014/main" id="{5B5B1071-798F-158C-A0CF-2E15E39DD800}"/>
              </a:ext>
            </a:extLst>
          </p:cNvPr>
          <p:cNvSpPr txBox="1"/>
          <p:nvPr/>
        </p:nvSpPr>
        <p:spPr>
          <a:xfrm>
            <a:off x="292091" y="3981196"/>
            <a:ext cx="9778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/>
              <a:t>Data Input</a:t>
            </a:r>
            <a:endParaRPr lang="en-IN" sz="1400" b="1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07D9D50C-5C6C-C882-9577-F7FDF8B63654}"/>
              </a:ext>
            </a:extLst>
          </p:cNvPr>
          <p:cNvSpPr/>
          <p:nvPr/>
        </p:nvSpPr>
        <p:spPr>
          <a:xfrm>
            <a:off x="1808521" y="2762287"/>
            <a:ext cx="1473470" cy="13945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06D1B7B0-F1B0-89A0-AA9F-D9877A823FB5}"/>
              </a:ext>
            </a:extLst>
          </p:cNvPr>
          <p:cNvSpPr txBox="1"/>
          <p:nvPr/>
        </p:nvSpPr>
        <p:spPr>
          <a:xfrm>
            <a:off x="1808521" y="2775451"/>
            <a:ext cx="14913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/>
              <a:t>Data Partitions</a:t>
            </a:r>
          </a:p>
        </p:txBody>
      </p:sp>
      <p:sp>
        <p:nvSpPr>
          <p:cNvPr id="80" name="Rectangle: Rounded Corners 79">
            <a:extLst>
              <a:ext uri="{FF2B5EF4-FFF2-40B4-BE49-F238E27FC236}">
                <a16:creationId xmlns:a16="http://schemas.microsoft.com/office/drawing/2014/main" id="{FA351128-E509-BB80-E329-8F1960254C11}"/>
              </a:ext>
            </a:extLst>
          </p:cNvPr>
          <p:cNvSpPr/>
          <p:nvPr/>
        </p:nvSpPr>
        <p:spPr>
          <a:xfrm>
            <a:off x="1840245" y="3065736"/>
            <a:ext cx="1414465" cy="249981"/>
          </a:xfrm>
          <a:prstGeom prst="roundRect">
            <a:avLst>
              <a:gd name="adj" fmla="val 7599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>
                <a:solidFill>
                  <a:schemeClr val="tx1"/>
                </a:solidFill>
              </a:rPr>
              <a:t>Partitions 1</a:t>
            </a:r>
            <a:endParaRPr lang="en-IN" sz="1400">
              <a:solidFill>
                <a:schemeClr val="tx1"/>
              </a:solidFill>
            </a:endParaRPr>
          </a:p>
        </p:txBody>
      </p:sp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id="{75470FCC-61A6-A1D8-8D65-90D485C72F33}"/>
              </a:ext>
            </a:extLst>
          </p:cNvPr>
          <p:cNvSpPr/>
          <p:nvPr/>
        </p:nvSpPr>
        <p:spPr>
          <a:xfrm>
            <a:off x="1840245" y="3334591"/>
            <a:ext cx="1414465" cy="249981"/>
          </a:xfrm>
          <a:prstGeom prst="roundRect">
            <a:avLst>
              <a:gd name="adj" fmla="val 10313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>
                <a:solidFill>
                  <a:schemeClr val="tx1"/>
                </a:solidFill>
              </a:rPr>
              <a:t>Partitions 2</a:t>
            </a:r>
            <a:endParaRPr lang="en-IN" sz="1400">
              <a:solidFill>
                <a:schemeClr val="tx1"/>
              </a:solidFill>
            </a:endParaRPr>
          </a:p>
        </p:txBody>
      </p:sp>
      <p:sp>
        <p:nvSpPr>
          <p:cNvPr id="86" name="Rectangle: Rounded Corners 85">
            <a:extLst>
              <a:ext uri="{FF2B5EF4-FFF2-40B4-BE49-F238E27FC236}">
                <a16:creationId xmlns:a16="http://schemas.microsoft.com/office/drawing/2014/main" id="{43F565F3-004C-DB6E-B367-9A4F136B770A}"/>
              </a:ext>
            </a:extLst>
          </p:cNvPr>
          <p:cNvSpPr/>
          <p:nvPr/>
        </p:nvSpPr>
        <p:spPr>
          <a:xfrm>
            <a:off x="1840244" y="3616808"/>
            <a:ext cx="1414465" cy="249981"/>
          </a:xfrm>
          <a:prstGeom prst="roundRect">
            <a:avLst>
              <a:gd name="adj" fmla="val 7599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>
                <a:solidFill>
                  <a:schemeClr val="tx1"/>
                </a:solidFill>
              </a:rPr>
              <a:t>Partitions 3</a:t>
            </a:r>
            <a:endParaRPr lang="en-IN" sz="1400">
              <a:solidFill>
                <a:schemeClr val="tx1"/>
              </a:solidFill>
            </a:endParaRPr>
          </a:p>
        </p:txBody>
      </p:sp>
      <p:sp>
        <p:nvSpPr>
          <p:cNvPr id="88" name="Rectangle: Rounded Corners 87">
            <a:extLst>
              <a:ext uri="{FF2B5EF4-FFF2-40B4-BE49-F238E27FC236}">
                <a16:creationId xmlns:a16="http://schemas.microsoft.com/office/drawing/2014/main" id="{B0409E62-84EC-62BE-76A6-6408593FC26E}"/>
              </a:ext>
            </a:extLst>
          </p:cNvPr>
          <p:cNvSpPr/>
          <p:nvPr/>
        </p:nvSpPr>
        <p:spPr>
          <a:xfrm>
            <a:off x="1840245" y="3885398"/>
            <a:ext cx="1414465" cy="256209"/>
          </a:xfrm>
          <a:prstGeom prst="roundRect">
            <a:avLst>
              <a:gd name="adj" fmla="val 9803"/>
            </a:avLst>
          </a:prstGeom>
          <a:solidFill>
            <a:srgbClr val="D8ECF8"/>
          </a:solidFill>
          <a:ln>
            <a:solidFill>
              <a:srgbClr val="0070C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b="1">
                <a:solidFill>
                  <a:schemeClr val="tx1"/>
                </a:solidFill>
              </a:rPr>
              <a:t>Partitions 4</a:t>
            </a:r>
            <a:endParaRPr lang="en-IN">
              <a:solidFill>
                <a:schemeClr val="tx1"/>
              </a:solidFill>
            </a:endParaRPr>
          </a:p>
        </p:txBody>
      </p: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46B50F06-ADE9-39B9-A4D1-1E883AC9A27D}"/>
              </a:ext>
            </a:extLst>
          </p:cNvPr>
          <p:cNvCxnSpPr>
            <a:cxnSpLocks/>
            <a:stCxn id="75" idx="3"/>
          </p:cNvCxnSpPr>
          <p:nvPr/>
        </p:nvCxnSpPr>
        <p:spPr>
          <a:xfrm>
            <a:off x="1171322" y="3533291"/>
            <a:ext cx="55197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36FAB853-D8E7-782C-FA4A-0E9638313074}"/>
              </a:ext>
            </a:extLst>
          </p:cNvPr>
          <p:cNvCxnSpPr>
            <a:cxnSpLocks/>
            <a:stCxn id="80" idx="3"/>
          </p:cNvCxnSpPr>
          <p:nvPr/>
        </p:nvCxnSpPr>
        <p:spPr>
          <a:xfrm>
            <a:off x="3254710" y="3190727"/>
            <a:ext cx="71181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9EA855D5-1FD7-2BCA-100B-D11640A19F30}"/>
              </a:ext>
            </a:extLst>
          </p:cNvPr>
          <p:cNvCxnSpPr>
            <a:cxnSpLocks/>
          </p:cNvCxnSpPr>
          <p:nvPr/>
        </p:nvCxnSpPr>
        <p:spPr>
          <a:xfrm>
            <a:off x="3254710" y="3455669"/>
            <a:ext cx="71181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06FBD9CA-2B02-097C-83B1-5E37DDA7830E}"/>
              </a:ext>
            </a:extLst>
          </p:cNvPr>
          <p:cNvCxnSpPr>
            <a:cxnSpLocks/>
          </p:cNvCxnSpPr>
          <p:nvPr/>
        </p:nvCxnSpPr>
        <p:spPr>
          <a:xfrm>
            <a:off x="3254709" y="3737022"/>
            <a:ext cx="71181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23547EA2-10C3-2807-73CB-68CCE088394C}"/>
              </a:ext>
            </a:extLst>
          </p:cNvPr>
          <p:cNvCxnSpPr>
            <a:cxnSpLocks/>
          </p:cNvCxnSpPr>
          <p:nvPr/>
        </p:nvCxnSpPr>
        <p:spPr>
          <a:xfrm>
            <a:off x="3254709" y="3981196"/>
            <a:ext cx="71181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8" name="TextBox 97">
            <a:extLst>
              <a:ext uri="{FF2B5EF4-FFF2-40B4-BE49-F238E27FC236}">
                <a16:creationId xmlns:a16="http://schemas.microsoft.com/office/drawing/2014/main" id="{77EEBE1A-A513-A8A1-4442-732F9A09755F}"/>
              </a:ext>
            </a:extLst>
          </p:cNvPr>
          <p:cNvSpPr txBox="1"/>
          <p:nvPr/>
        </p:nvSpPr>
        <p:spPr>
          <a:xfrm>
            <a:off x="400929" y="4410222"/>
            <a:ext cx="84687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>
                <a:solidFill>
                  <a:schemeClr val="bg1"/>
                </a:solidFill>
              </a:rPr>
              <a:t>Each partition is processed by a task running on an executor, enabling parallel and distributed processing.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25A1C"/>
          </a:solidFill>
          <a:ln w="12700">
            <a:solidFill>
              <a:srgbClr val="E25A1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B1F3A"/>
                </a:solidFill>
              </a:rPr>
              <a:t>DAG, Jobs, Stages and Tasks</a:t>
            </a:r>
            <a:endParaRPr lang="en-US" sz="28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A6B8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  <p:sp>
        <p:nvSpPr>
          <p:cNvPr id="21" name="Shape 3">
            <a:extLst>
              <a:ext uri="{FF2B5EF4-FFF2-40B4-BE49-F238E27FC236}">
                <a16:creationId xmlns:a16="http://schemas.microsoft.com/office/drawing/2014/main" id="{95EAF868-D546-39C2-9D54-F32AA377F826}"/>
              </a:ext>
            </a:extLst>
          </p:cNvPr>
          <p:cNvSpPr/>
          <p:nvPr/>
        </p:nvSpPr>
        <p:spPr>
          <a:xfrm>
            <a:off x="400929" y="4334312"/>
            <a:ext cx="8468751" cy="420568"/>
          </a:xfrm>
          <a:prstGeom prst="roundRect">
            <a:avLst>
              <a:gd name="adj" fmla="val 13333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3" name="Shape 3">
            <a:extLst>
              <a:ext uri="{FF2B5EF4-FFF2-40B4-BE49-F238E27FC236}">
                <a16:creationId xmlns:a16="http://schemas.microsoft.com/office/drawing/2014/main" id="{BD8813BF-A167-4A02-4410-5B1960481C91}"/>
              </a:ext>
            </a:extLst>
          </p:cNvPr>
          <p:cNvSpPr/>
          <p:nvPr/>
        </p:nvSpPr>
        <p:spPr>
          <a:xfrm>
            <a:off x="400929" y="960120"/>
            <a:ext cx="3291840" cy="3337321"/>
          </a:xfrm>
          <a:prstGeom prst="roundRect">
            <a:avLst>
              <a:gd name="adj" fmla="val 3386"/>
            </a:avLst>
          </a:prstGeom>
          <a:solidFill>
            <a:srgbClr val="F4EEFF"/>
          </a:solidFill>
          <a:ln w="12700">
            <a:solidFill>
              <a:srgbClr val="D5C3F0"/>
            </a:solidFill>
            <a:prstDash val="solid"/>
          </a:ln>
        </p:spPr>
        <p:txBody>
          <a:bodyPr/>
          <a:lstStyle/>
          <a:p>
            <a:r>
              <a:rPr lang="en-IN" b="1"/>
              <a:t>DAG(Directed Acyclic Graph)</a:t>
            </a:r>
            <a:endParaRPr lang="en-IN"/>
          </a:p>
          <a:p>
            <a:pPr lvl="0"/>
            <a:r>
              <a:rPr lang="en-IN" sz="1400"/>
              <a:t>Execution plan created by Spark.</a:t>
            </a:r>
          </a:p>
          <a:p>
            <a:pPr lvl="0"/>
            <a:r>
              <a:rPr lang="en-IN" sz="1400"/>
              <a:t>Optimizes task execution.</a:t>
            </a:r>
          </a:p>
          <a:p>
            <a:pPr lvl="0"/>
            <a:r>
              <a:rPr lang="en-IN" sz="1400"/>
              <a:t>Determines the order of operations.</a:t>
            </a:r>
          </a:p>
          <a:p>
            <a:r>
              <a:rPr lang="en-IN" b="1"/>
              <a:t>Job</a:t>
            </a:r>
          </a:p>
          <a:p>
            <a:pPr lvl="0"/>
            <a:r>
              <a:rPr lang="en-IN" sz="1400"/>
              <a:t>Created when an action is triggered.</a:t>
            </a:r>
          </a:p>
          <a:p>
            <a:pPr lvl="0"/>
            <a:r>
              <a:rPr lang="en-IN" sz="1400"/>
              <a:t>Represents a complete Spark operation.</a:t>
            </a:r>
          </a:p>
          <a:p>
            <a:pPr lvl="0"/>
            <a:r>
              <a:rPr lang="en-IN" sz="1400"/>
              <a:t>Can contain multiple stages.</a:t>
            </a:r>
            <a:endParaRPr lang="en-IN"/>
          </a:p>
          <a:p>
            <a:r>
              <a:rPr lang="en-IN" b="1"/>
              <a:t>Stage</a:t>
            </a:r>
          </a:p>
          <a:p>
            <a:pPr lvl="0"/>
            <a:r>
              <a:rPr lang="en-IN" sz="1400"/>
              <a:t>Group of parallel tasks.</a:t>
            </a:r>
          </a:p>
          <a:p>
            <a:pPr lvl="0"/>
            <a:r>
              <a:rPr lang="en-IN" sz="1400"/>
              <a:t>Created based on shuffle boundaries.</a:t>
            </a:r>
            <a:endParaRPr lang="en-IN"/>
          </a:p>
          <a:p>
            <a:r>
              <a:rPr lang="en-IN" b="1"/>
              <a:t>Task</a:t>
            </a:r>
          </a:p>
          <a:p>
            <a:pPr lvl="0"/>
            <a:r>
              <a:rPr lang="en-IN" sz="1400"/>
              <a:t>Smallest execution unit.</a:t>
            </a:r>
          </a:p>
          <a:p>
            <a:pPr lvl="0"/>
            <a:r>
              <a:rPr lang="en-IN" sz="1400"/>
              <a:t>Processes one data partition.</a:t>
            </a:r>
          </a:p>
          <a:p>
            <a:endParaRPr lang="en-IN"/>
          </a:p>
        </p:txBody>
      </p:sp>
      <p:sp>
        <p:nvSpPr>
          <p:cNvPr id="26" name="Shape 12">
            <a:extLst>
              <a:ext uri="{FF2B5EF4-FFF2-40B4-BE49-F238E27FC236}">
                <a16:creationId xmlns:a16="http://schemas.microsoft.com/office/drawing/2014/main" id="{05002ECB-47B6-2B28-E2B2-5F928E78AD7E}"/>
              </a:ext>
            </a:extLst>
          </p:cNvPr>
          <p:cNvSpPr/>
          <p:nvPr/>
        </p:nvSpPr>
        <p:spPr>
          <a:xfrm>
            <a:off x="5599526" y="387208"/>
            <a:ext cx="1723292" cy="524987"/>
          </a:xfrm>
          <a:prstGeom prst="rect">
            <a:avLst/>
          </a:prstGeom>
          <a:solidFill>
            <a:srgbClr val="EEF0FF"/>
          </a:solidFill>
          <a:ln w="12700">
            <a:solidFill>
              <a:srgbClr val="8588EA"/>
            </a:solidFill>
            <a:prstDash val="solid"/>
          </a:ln>
        </p:spPr>
        <p:txBody>
          <a:bodyPr/>
          <a:lstStyle/>
          <a:p>
            <a:pPr algn="ctr"/>
            <a:r>
              <a:rPr lang="en-IN" sz="1600" b="1"/>
              <a:t>User Code</a:t>
            </a:r>
          </a:p>
          <a:p>
            <a:pPr algn="ctr"/>
            <a:r>
              <a:rPr lang="en-IN" sz="1050"/>
              <a:t>(Transformations + Actions)</a:t>
            </a:r>
          </a:p>
          <a:p>
            <a:pPr algn="ctr"/>
            <a:endParaRPr lang="en-IN" sz="1600"/>
          </a:p>
        </p:txBody>
      </p:sp>
      <p:sp>
        <p:nvSpPr>
          <p:cNvPr id="28" name="Shape 10">
            <a:extLst>
              <a:ext uri="{FF2B5EF4-FFF2-40B4-BE49-F238E27FC236}">
                <a16:creationId xmlns:a16="http://schemas.microsoft.com/office/drawing/2014/main" id="{5927E7C1-BF6C-1E53-0990-AB85572A2AAF}"/>
              </a:ext>
            </a:extLst>
          </p:cNvPr>
          <p:cNvSpPr/>
          <p:nvPr/>
        </p:nvSpPr>
        <p:spPr>
          <a:xfrm>
            <a:off x="5599526" y="1161389"/>
            <a:ext cx="1723292" cy="524987"/>
          </a:xfrm>
          <a:prstGeom prst="rect">
            <a:avLst/>
          </a:prstGeom>
          <a:solidFill>
            <a:srgbClr val="FFF0F0"/>
          </a:solidFill>
          <a:ln w="12700">
            <a:solidFill>
              <a:srgbClr val="E58A8A"/>
            </a:solidFill>
            <a:prstDash val="solid"/>
          </a:ln>
        </p:spPr>
        <p:txBody>
          <a:bodyPr/>
          <a:lstStyle/>
          <a:p>
            <a:pPr algn="ctr"/>
            <a:r>
              <a:rPr lang="en-IN" sz="1600" b="1"/>
              <a:t>DAG Creation</a:t>
            </a:r>
          </a:p>
          <a:p>
            <a:pPr algn="ctr"/>
            <a:r>
              <a:rPr lang="en-IN" sz="1050"/>
              <a:t>(Logical Execution Plan)</a:t>
            </a:r>
          </a:p>
        </p:txBody>
      </p:sp>
      <p:sp>
        <p:nvSpPr>
          <p:cNvPr id="30" name="Shape 4">
            <a:extLst>
              <a:ext uri="{FF2B5EF4-FFF2-40B4-BE49-F238E27FC236}">
                <a16:creationId xmlns:a16="http://schemas.microsoft.com/office/drawing/2014/main" id="{5B617602-9FC0-7FE4-0F06-C3F166927516}"/>
              </a:ext>
            </a:extLst>
          </p:cNvPr>
          <p:cNvSpPr/>
          <p:nvPr/>
        </p:nvSpPr>
        <p:spPr>
          <a:xfrm>
            <a:off x="5599525" y="1935570"/>
            <a:ext cx="1723291" cy="524987"/>
          </a:xfrm>
          <a:prstGeom prst="rect">
            <a:avLst/>
          </a:prstGeom>
          <a:solidFill>
            <a:srgbClr val="F4F0E6"/>
          </a:solidFill>
          <a:ln w="12700">
            <a:solidFill>
              <a:srgbClr val="7A7569"/>
            </a:solidFill>
            <a:prstDash val="solid"/>
          </a:ln>
        </p:spPr>
        <p:txBody>
          <a:bodyPr/>
          <a:lstStyle/>
          <a:p>
            <a:pPr algn="ctr"/>
            <a:r>
              <a:rPr lang="en-IN" sz="1600" b="1" dirty="0"/>
              <a:t>Job Generation</a:t>
            </a:r>
          </a:p>
          <a:p>
            <a:pPr algn="ctr"/>
            <a:r>
              <a:rPr lang="en-IN" sz="1050" dirty="0"/>
              <a:t>(Action triggers a Job)</a:t>
            </a:r>
          </a:p>
          <a:p>
            <a:pPr algn="ctr"/>
            <a:endParaRPr lang="en-IN" dirty="0"/>
          </a:p>
        </p:txBody>
      </p:sp>
      <p:sp>
        <p:nvSpPr>
          <p:cNvPr id="34" name="Shape 8">
            <a:extLst>
              <a:ext uri="{FF2B5EF4-FFF2-40B4-BE49-F238E27FC236}">
                <a16:creationId xmlns:a16="http://schemas.microsoft.com/office/drawing/2014/main" id="{4B64646C-6385-BC2D-BD3A-2BE3D1C9A96E}"/>
              </a:ext>
            </a:extLst>
          </p:cNvPr>
          <p:cNvSpPr/>
          <p:nvPr/>
        </p:nvSpPr>
        <p:spPr>
          <a:xfrm>
            <a:off x="4089539" y="2801389"/>
            <a:ext cx="1509986" cy="524987"/>
          </a:xfrm>
          <a:prstGeom prst="rect">
            <a:avLst/>
          </a:prstGeom>
          <a:solidFill>
            <a:srgbClr val="FFF2D7"/>
          </a:solidFill>
          <a:ln w="12700">
            <a:solidFill>
              <a:srgbClr val="E0A02A"/>
            </a:solidFill>
            <a:prstDash val="solid"/>
          </a:ln>
        </p:spPr>
        <p:txBody>
          <a:bodyPr/>
          <a:lstStyle/>
          <a:p>
            <a:pPr algn="ctr"/>
            <a:r>
              <a:rPr lang="en-US" sz="1600" b="1"/>
              <a:t>Stage 1</a:t>
            </a:r>
          </a:p>
          <a:p>
            <a:pPr algn="ctr"/>
            <a:r>
              <a:rPr lang="en-US" sz="1100"/>
              <a:t>(Set of parallel task)</a:t>
            </a:r>
            <a:endParaRPr lang="en-IN" sz="1100"/>
          </a:p>
        </p:txBody>
      </p:sp>
      <p:sp>
        <p:nvSpPr>
          <p:cNvPr id="38" name="Shape 8">
            <a:extLst>
              <a:ext uri="{FF2B5EF4-FFF2-40B4-BE49-F238E27FC236}">
                <a16:creationId xmlns:a16="http://schemas.microsoft.com/office/drawing/2014/main" id="{FEC9C03A-377B-C7C7-7E05-E21B03E4A3DB}"/>
              </a:ext>
            </a:extLst>
          </p:cNvPr>
          <p:cNvSpPr/>
          <p:nvPr/>
        </p:nvSpPr>
        <p:spPr>
          <a:xfrm>
            <a:off x="7322816" y="2801389"/>
            <a:ext cx="1509986" cy="524987"/>
          </a:xfrm>
          <a:prstGeom prst="rect">
            <a:avLst/>
          </a:prstGeom>
          <a:solidFill>
            <a:srgbClr val="FFF2D7"/>
          </a:solidFill>
          <a:ln w="12700">
            <a:solidFill>
              <a:srgbClr val="E0A02A"/>
            </a:solidFill>
            <a:prstDash val="solid"/>
          </a:ln>
        </p:spPr>
        <p:txBody>
          <a:bodyPr/>
          <a:lstStyle/>
          <a:p>
            <a:pPr algn="ctr"/>
            <a:r>
              <a:rPr lang="en-US" sz="1600" b="1"/>
              <a:t>Stage 2</a:t>
            </a:r>
          </a:p>
          <a:p>
            <a:pPr algn="ctr"/>
            <a:r>
              <a:rPr lang="en-US" sz="1100"/>
              <a:t>(Set of parallel task)</a:t>
            </a:r>
            <a:endParaRPr lang="en-IN" sz="1100"/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5F442017-0FF0-B269-97FE-C69F9C864085}"/>
              </a:ext>
            </a:extLst>
          </p:cNvPr>
          <p:cNvCxnSpPr>
            <a:stCxn id="26" idx="2"/>
            <a:endCxn id="28" idx="0"/>
          </p:cNvCxnSpPr>
          <p:nvPr/>
        </p:nvCxnSpPr>
        <p:spPr>
          <a:xfrm>
            <a:off x="6461172" y="912195"/>
            <a:ext cx="0" cy="24919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1AC30838-67A4-711A-CDFF-ED072DDA8020}"/>
              </a:ext>
            </a:extLst>
          </p:cNvPr>
          <p:cNvCxnSpPr/>
          <p:nvPr/>
        </p:nvCxnSpPr>
        <p:spPr>
          <a:xfrm>
            <a:off x="6461172" y="1686376"/>
            <a:ext cx="0" cy="24919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3" name="Connector: Elbow 42">
            <a:extLst>
              <a:ext uri="{FF2B5EF4-FFF2-40B4-BE49-F238E27FC236}">
                <a16:creationId xmlns:a16="http://schemas.microsoft.com/office/drawing/2014/main" id="{BF25E5D1-AAEA-29FD-6B6C-7CF4D5013454}"/>
              </a:ext>
            </a:extLst>
          </p:cNvPr>
          <p:cNvCxnSpPr>
            <a:cxnSpLocks/>
            <a:endCxn id="34" idx="0"/>
          </p:cNvCxnSpPr>
          <p:nvPr/>
        </p:nvCxnSpPr>
        <p:spPr>
          <a:xfrm rot="10800000" flipV="1">
            <a:off x="4844532" y="2661825"/>
            <a:ext cx="1616638" cy="139563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465146B4-E1D7-A000-7887-FC78E27DE489}"/>
              </a:ext>
            </a:extLst>
          </p:cNvPr>
          <p:cNvCxnSpPr>
            <a:stCxn id="30" idx="2"/>
          </p:cNvCxnSpPr>
          <p:nvPr/>
        </p:nvCxnSpPr>
        <p:spPr>
          <a:xfrm flipH="1">
            <a:off x="6461170" y="2460557"/>
            <a:ext cx="1" cy="20126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9" name="Connector: Elbow 48">
            <a:extLst>
              <a:ext uri="{FF2B5EF4-FFF2-40B4-BE49-F238E27FC236}">
                <a16:creationId xmlns:a16="http://schemas.microsoft.com/office/drawing/2014/main" id="{F15CFB6E-3D55-9F42-052A-6E2C2F08129C}"/>
              </a:ext>
            </a:extLst>
          </p:cNvPr>
          <p:cNvCxnSpPr>
            <a:cxnSpLocks/>
            <a:endCxn id="38" idx="0"/>
          </p:cNvCxnSpPr>
          <p:nvPr/>
        </p:nvCxnSpPr>
        <p:spPr>
          <a:xfrm>
            <a:off x="6461169" y="2661825"/>
            <a:ext cx="1616640" cy="139564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F8CFD84A-C545-4122-AC83-627581BB2426}"/>
              </a:ext>
            </a:extLst>
          </p:cNvPr>
          <p:cNvSpPr/>
          <p:nvPr/>
        </p:nvSpPr>
        <p:spPr>
          <a:xfrm>
            <a:off x="3891828" y="3709897"/>
            <a:ext cx="572412" cy="229885"/>
          </a:xfrm>
          <a:prstGeom prst="roundRect">
            <a:avLst>
              <a:gd name="adj" fmla="val 10313"/>
            </a:avLst>
          </a:prstGeom>
          <a:solidFill>
            <a:srgbClr val="ECBDFF"/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>
                <a:solidFill>
                  <a:srgbClr val="002060"/>
                </a:solidFill>
              </a:rPr>
              <a:t>Task</a:t>
            </a:r>
            <a:endParaRPr lang="en-IN" sz="1600" b="1">
              <a:solidFill>
                <a:srgbClr val="002060"/>
              </a:solidFill>
            </a:endParaRP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0AD9A8FC-4A49-02D0-21AF-BC7283652772}"/>
              </a:ext>
            </a:extLst>
          </p:cNvPr>
          <p:cNvSpPr/>
          <p:nvPr/>
        </p:nvSpPr>
        <p:spPr>
          <a:xfrm>
            <a:off x="4558558" y="3702051"/>
            <a:ext cx="572412" cy="229885"/>
          </a:xfrm>
          <a:prstGeom prst="roundRect">
            <a:avLst>
              <a:gd name="adj" fmla="val 10313"/>
            </a:avLst>
          </a:prstGeom>
          <a:solidFill>
            <a:srgbClr val="ECBDFF"/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>
                <a:solidFill>
                  <a:srgbClr val="002060"/>
                </a:solidFill>
              </a:rPr>
              <a:t>Task</a:t>
            </a:r>
            <a:endParaRPr lang="en-IN" sz="1600" b="1">
              <a:solidFill>
                <a:srgbClr val="002060"/>
              </a:solidFill>
            </a:endParaRP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01990C63-B7B5-0336-E920-79ECA5907A0C}"/>
              </a:ext>
            </a:extLst>
          </p:cNvPr>
          <p:cNvSpPr/>
          <p:nvPr/>
        </p:nvSpPr>
        <p:spPr>
          <a:xfrm>
            <a:off x="5222703" y="3709896"/>
            <a:ext cx="572412" cy="229885"/>
          </a:xfrm>
          <a:prstGeom prst="roundRect">
            <a:avLst>
              <a:gd name="adj" fmla="val 10313"/>
            </a:avLst>
          </a:prstGeom>
          <a:solidFill>
            <a:srgbClr val="ECBDFF"/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>
                <a:solidFill>
                  <a:srgbClr val="002060"/>
                </a:solidFill>
              </a:rPr>
              <a:t>Task</a:t>
            </a:r>
            <a:endParaRPr lang="en-IN" sz="1600" b="1">
              <a:solidFill>
                <a:srgbClr val="002060"/>
              </a:solidFill>
            </a:endParaRP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A42BD6DE-496F-1BA0-AA54-917F997F210F}"/>
              </a:ext>
            </a:extLst>
          </p:cNvPr>
          <p:cNvSpPr/>
          <p:nvPr/>
        </p:nvSpPr>
        <p:spPr>
          <a:xfrm>
            <a:off x="7125990" y="3714684"/>
            <a:ext cx="572412" cy="229885"/>
          </a:xfrm>
          <a:prstGeom prst="roundRect">
            <a:avLst>
              <a:gd name="adj" fmla="val 10313"/>
            </a:avLst>
          </a:prstGeom>
          <a:solidFill>
            <a:srgbClr val="ECBDFF"/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>
                <a:solidFill>
                  <a:srgbClr val="002060"/>
                </a:solidFill>
              </a:rPr>
              <a:t>Task</a:t>
            </a:r>
            <a:endParaRPr lang="en-IN" sz="1600" b="1">
              <a:solidFill>
                <a:srgbClr val="002060"/>
              </a:solidFill>
            </a:endParaRP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799F239F-4A78-D76B-6B86-490DBCE91BF3}"/>
              </a:ext>
            </a:extLst>
          </p:cNvPr>
          <p:cNvSpPr/>
          <p:nvPr/>
        </p:nvSpPr>
        <p:spPr>
          <a:xfrm>
            <a:off x="7792720" y="3706838"/>
            <a:ext cx="572412" cy="229885"/>
          </a:xfrm>
          <a:prstGeom prst="roundRect">
            <a:avLst>
              <a:gd name="adj" fmla="val 10313"/>
            </a:avLst>
          </a:prstGeom>
          <a:solidFill>
            <a:srgbClr val="ECBDFF"/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>
                <a:solidFill>
                  <a:srgbClr val="002060"/>
                </a:solidFill>
              </a:rPr>
              <a:t>Task</a:t>
            </a:r>
            <a:endParaRPr lang="en-IN" sz="1600" b="1">
              <a:solidFill>
                <a:srgbClr val="002060"/>
              </a:solidFill>
            </a:endParaRPr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321CC251-BF42-E471-F6A2-A2D9338933B8}"/>
              </a:ext>
            </a:extLst>
          </p:cNvPr>
          <p:cNvSpPr/>
          <p:nvPr/>
        </p:nvSpPr>
        <p:spPr>
          <a:xfrm>
            <a:off x="8456865" y="3714683"/>
            <a:ext cx="572412" cy="229885"/>
          </a:xfrm>
          <a:prstGeom prst="roundRect">
            <a:avLst>
              <a:gd name="adj" fmla="val 10313"/>
            </a:avLst>
          </a:prstGeom>
          <a:solidFill>
            <a:srgbClr val="ECBDFF"/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>
                <a:solidFill>
                  <a:srgbClr val="002060"/>
                </a:solidFill>
              </a:rPr>
              <a:t>Task</a:t>
            </a:r>
            <a:endParaRPr lang="en-IN" sz="1600" b="1">
              <a:solidFill>
                <a:srgbClr val="002060"/>
              </a:solidFill>
            </a:endParaRPr>
          </a:p>
        </p:txBody>
      </p:sp>
      <p:cxnSp>
        <p:nvCxnSpPr>
          <p:cNvPr id="68" name="Connector: Elbow 67">
            <a:extLst>
              <a:ext uri="{FF2B5EF4-FFF2-40B4-BE49-F238E27FC236}">
                <a16:creationId xmlns:a16="http://schemas.microsoft.com/office/drawing/2014/main" id="{0473EE21-8893-09CE-A157-7479A16BBC55}"/>
              </a:ext>
            </a:extLst>
          </p:cNvPr>
          <p:cNvCxnSpPr>
            <a:stCxn id="34" idx="2"/>
            <a:endCxn id="53" idx="0"/>
          </p:cNvCxnSpPr>
          <p:nvPr/>
        </p:nvCxnSpPr>
        <p:spPr>
          <a:xfrm rot="5400000">
            <a:off x="4319523" y="3184887"/>
            <a:ext cx="383521" cy="666498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0" name="Connector: Elbow 69">
            <a:extLst>
              <a:ext uri="{FF2B5EF4-FFF2-40B4-BE49-F238E27FC236}">
                <a16:creationId xmlns:a16="http://schemas.microsoft.com/office/drawing/2014/main" id="{216B3934-3ED6-A06F-42C5-0A4FF8B6E0F1}"/>
              </a:ext>
            </a:extLst>
          </p:cNvPr>
          <p:cNvCxnSpPr>
            <a:stCxn id="34" idx="2"/>
            <a:endCxn id="55" idx="0"/>
          </p:cNvCxnSpPr>
          <p:nvPr/>
        </p:nvCxnSpPr>
        <p:spPr>
          <a:xfrm rot="16200000" flipH="1">
            <a:off x="4656811" y="3514097"/>
            <a:ext cx="375675" cy="232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1" name="Connector: Elbow 70">
            <a:extLst>
              <a:ext uri="{FF2B5EF4-FFF2-40B4-BE49-F238E27FC236}">
                <a16:creationId xmlns:a16="http://schemas.microsoft.com/office/drawing/2014/main" id="{E5EDE235-8C9E-F7FA-DF4F-C196442B244B}"/>
              </a:ext>
            </a:extLst>
          </p:cNvPr>
          <p:cNvCxnSpPr>
            <a:cxnSpLocks/>
            <a:stCxn id="34" idx="2"/>
            <a:endCxn id="57" idx="0"/>
          </p:cNvCxnSpPr>
          <p:nvPr/>
        </p:nvCxnSpPr>
        <p:spPr>
          <a:xfrm rot="16200000" flipH="1">
            <a:off x="4984960" y="3185947"/>
            <a:ext cx="383520" cy="664377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4" name="Connector: Elbow 83">
            <a:extLst>
              <a:ext uri="{FF2B5EF4-FFF2-40B4-BE49-F238E27FC236}">
                <a16:creationId xmlns:a16="http://schemas.microsoft.com/office/drawing/2014/main" id="{30CD2FE7-4C82-2A3B-A596-018219E4E87C}"/>
              </a:ext>
            </a:extLst>
          </p:cNvPr>
          <p:cNvCxnSpPr>
            <a:cxnSpLocks/>
            <a:stCxn id="38" idx="2"/>
            <a:endCxn id="63" idx="0"/>
          </p:cNvCxnSpPr>
          <p:nvPr/>
        </p:nvCxnSpPr>
        <p:spPr>
          <a:xfrm rot="16200000" flipH="1">
            <a:off x="8216287" y="3187898"/>
            <a:ext cx="388307" cy="665262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8" name="Connector: Elbow 87">
            <a:extLst>
              <a:ext uri="{FF2B5EF4-FFF2-40B4-BE49-F238E27FC236}">
                <a16:creationId xmlns:a16="http://schemas.microsoft.com/office/drawing/2014/main" id="{127C01C2-F5BF-D1B3-1BDB-ED95AE3252E4}"/>
              </a:ext>
            </a:extLst>
          </p:cNvPr>
          <p:cNvCxnSpPr>
            <a:cxnSpLocks/>
            <a:stCxn id="38" idx="2"/>
            <a:endCxn id="61" idx="0"/>
          </p:cNvCxnSpPr>
          <p:nvPr/>
        </p:nvCxnSpPr>
        <p:spPr>
          <a:xfrm rot="16200000" flipH="1">
            <a:off x="7888136" y="3516048"/>
            <a:ext cx="380462" cy="111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1" name="Connector: Elbow 90">
            <a:extLst>
              <a:ext uri="{FF2B5EF4-FFF2-40B4-BE49-F238E27FC236}">
                <a16:creationId xmlns:a16="http://schemas.microsoft.com/office/drawing/2014/main" id="{C64483D8-549B-D1DC-4245-00DFD764DE38}"/>
              </a:ext>
            </a:extLst>
          </p:cNvPr>
          <p:cNvCxnSpPr>
            <a:cxnSpLocks/>
            <a:stCxn id="38" idx="2"/>
            <a:endCxn id="59" idx="0"/>
          </p:cNvCxnSpPr>
          <p:nvPr/>
        </p:nvCxnSpPr>
        <p:spPr>
          <a:xfrm rot="5400000">
            <a:off x="7550849" y="3187724"/>
            <a:ext cx="388308" cy="66561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7" name="TextBox 96">
            <a:extLst>
              <a:ext uri="{FF2B5EF4-FFF2-40B4-BE49-F238E27FC236}">
                <a16:creationId xmlns:a16="http://schemas.microsoft.com/office/drawing/2014/main" id="{9770B6C4-2701-37B6-3BA9-9C7B031C47BB}"/>
              </a:ext>
            </a:extLst>
          </p:cNvPr>
          <p:cNvSpPr txBox="1"/>
          <p:nvPr/>
        </p:nvSpPr>
        <p:spPr>
          <a:xfrm>
            <a:off x="633046" y="4375319"/>
            <a:ext cx="81100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>
                <a:solidFill>
                  <a:schemeClr val="bg1"/>
                </a:solidFill>
              </a:rPr>
              <a:t>Spark converts user operations into a DAG and executes them as Jobs → Stages → Tasks.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25A1C"/>
          </a:solidFill>
          <a:ln w="12700">
            <a:solidFill>
              <a:srgbClr val="E25A1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33988" y="246028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B1F3A"/>
                </a:solidFill>
              </a:rPr>
              <a:t>RDD and Fault Tolerance</a:t>
            </a:r>
            <a:endParaRPr lang="en-US" sz="28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A6B8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  <p:sp>
        <p:nvSpPr>
          <p:cNvPr id="8" name="Shape 3">
            <a:extLst>
              <a:ext uri="{FF2B5EF4-FFF2-40B4-BE49-F238E27FC236}">
                <a16:creationId xmlns:a16="http://schemas.microsoft.com/office/drawing/2014/main" id="{9FF5D87C-9843-1D8A-8103-59685CE64A10}"/>
              </a:ext>
            </a:extLst>
          </p:cNvPr>
          <p:cNvSpPr/>
          <p:nvPr/>
        </p:nvSpPr>
        <p:spPr>
          <a:xfrm>
            <a:off x="400929" y="4334312"/>
            <a:ext cx="8468751" cy="420568"/>
          </a:xfrm>
          <a:prstGeom prst="roundRect">
            <a:avLst>
              <a:gd name="adj" fmla="val 13333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ADF3AB4-824F-20ED-302C-6830D1187C2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6394" b="14145"/>
          <a:stretch>
            <a:fillRect/>
          </a:stretch>
        </p:blipFill>
        <p:spPr>
          <a:xfrm>
            <a:off x="400929" y="2257864"/>
            <a:ext cx="8468751" cy="1960842"/>
          </a:xfrm>
          <a:prstGeom prst="rect">
            <a:avLst/>
          </a:prstGeom>
        </p:spPr>
      </p:pic>
      <p:sp>
        <p:nvSpPr>
          <p:cNvPr id="12" name="Shape 0">
            <a:extLst>
              <a:ext uri="{FF2B5EF4-FFF2-40B4-BE49-F238E27FC236}">
                <a16:creationId xmlns:a16="http://schemas.microsoft.com/office/drawing/2014/main" id="{DD24FAEB-F0C6-75DE-0C48-320FE5EE36B0}"/>
              </a:ext>
            </a:extLst>
          </p:cNvPr>
          <p:cNvSpPr/>
          <p:nvPr/>
        </p:nvSpPr>
        <p:spPr>
          <a:xfrm>
            <a:off x="433988" y="825228"/>
            <a:ext cx="4121834" cy="1409776"/>
          </a:xfrm>
          <a:prstGeom prst="roundRect">
            <a:avLst>
              <a:gd name="adj" fmla="val 2550"/>
            </a:avLst>
          </a:prstGeom>
          <a:solidFill>
            <a:srgbClr val="EEF4FA"/>
          </a:solidFill>
          <a:ln w="12700">
            <a:solidFill>
              <a:srgbClr val="B9D1E7"/>
            </a:solidFill>
            <a:prstDash val="solid"/>
          </a:ln>
        </p:spPr>
        <p:txBody>
          <a:bodyPr/>
          <a:lstStyle/>
          <a:p>
            <a:r>
              <a:rPr lang="en-IN" sz="2000" b="1"/>
              <a:t>RDD (Resilient Distributed Dataset)</a:t>
            </a:r>
            <a:endParaRPr lang="en-IN" b="1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/>
              <a:t>Core data abstraction in Apache Spark.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/>
              <a:t>Distributed across multiple partitions.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/>
              <a:t>Supports parallel processing.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/>
              <a:t>Immutable once created.</a:t>
            </a:r>
          </a:p>
          <a:p>
            <a:endParaRPr lang="en-IN"/>
          </a:p>
        </p:txBody>
      </p:sp>
      <p:sp>
        <p:nvSpPr>
          <p:cNvPr id="14" name="Shape 2">
            <a:extLst>
              <a:ext uri="{FF2B5EF4-FFF2-40B4-BE49-F238E27FC236}">
                <a16:creationId xmlns:a16="http://schemas.microsoft.com/office/drawing/2014/main" id="{EC8D0108-20BE-C4F1-EB1A-C6AB3C7223C3}"/>
              </a:ext>
            </a:extLst>
          </p:cNvPr>
          <p:cNvSpPr/>
          <p:nvPr/>
        </p:nvSpPr>
        <p:spPr>
          <a:xfrm>
            <a:off x="4747846" y="825228"/>
            <a:ext cx="4121834" cy="1409776"/>
          </a:xfrm>
          <a:prstGeom prst="roundRect">
            <a:avLst>
              <a:gd name="adj" fmla="val 3397"/>
            </a:avLst>
          </a:prstGeom>
          <a:solidFill>
            <a:srgbClr val="EFF9E9"/>
          </a:solidFill>
          <a:ln w="12700">
            <a:solidFill>
              <a:srgbClr val="BFE3B9"/>
            </a:solidFill>
            <a:prstDash val="solid"/>
          </a:ln>
        </p:spPr>
        <p:txBody>
          <a:bodyPr/>
          <a:lstStyle/>
          <a:p>
            <a:r>
              <a:rPr lang="en-IN" sz="2000" b="1"/>
              <a:t>Fault Tolerance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/>
              <a:t>Detects executor or node failures.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/>
              <a:t>Recomputes only lost partitions.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/>
              <a:t>Uses lineage information for recovery.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/>
              <a:t>Ensures reliable distributed processing.</a:t>
            </a:r>
          </a:p>
          <a:p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9D1D712-50FD-829A-0066-4E9E07219530}"/>
              </a:ext>
            </a:extLst>
          </p:cNvPr>
          <p:cNvSpPr txBox="1"/>
          <p:nvPr/>
        </p:nvSpPr>
        <p:spPr>
          <a:xfrm>
            <a:off x="499403" y="4375319"/>
            <a:ext cx="82436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>
                <a:solidFill>
                  <a:schemeClr val="bg1"/>
                </a:solidFill>
              </a:rPr>
              <a:t>Spark uses RDD lineage to automatically recover lost partitions without storing duplicate copies.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25A1C"/>
          </a:solidFill>
          <a:ln w="12700">
            <a:solidFill>
              <a:srgbClr val="E25A1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36336" y="217002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B1F3A"/>
                </a:solidFill>
              </a:rPr>
              <a:t>Case Study: HPC Log Analytics</a:t>
            </a:r>
            <a:endParaRPr lang="en-US" sz="28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A6B8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E65E4301-4ED1-C16D-D629-A8DB5DE72181}"/>
              </a:ext>
            </a:extLst>
          </p:cNvPr>
          <p:cNvSpPr/>
          <p:nvPr/>
        </p:nvSpPr>
        <p:spPr>
          <a:xfrm>
            <a:off x="236336" y="830149"/>
            <a:ext cx="2577202" cy="4244771"/>
          </a:xfrm>
          <a:prstGeom prst="roundRect">
            <a:avLst>
              <a:gd name="adj" fmla="val 3379"/>
            </a:avLst>
          </a:prstGeom>
          <a:solidFill>
            <a:schemeClr val="bg1">
              <a:lumMod val="95000"/>
            </a:schemeClr>
          </a:solidFill>
          <a:ln w="12700">
            <a:solidFill>
              <a:srgbClr val="7A7569"/>
            </a:solidFill>
            <a:prstDash val="solid"/>
          </a:ln>
        </p:spPr>
        <p:txBody>
          <a:bodyPr/>
          <a:lstStyle/>
          <a:p>
            <a:r>
              <a:rPr lang="en-IN" sz="1600" b="1"/>
              <a:t>Problem Statement</a:t>
            </a:r>
          </a:p>
          <a:p>
            <a:pPr algn="just"/>
            <a:r>
              <a:rPr lang="en-IN" sz="1400" err="1"/>
              <a:t>Analyze</a:t>
            </a:r>
            <a:r>
              <a:rPr lang="en-IN" sz="1400"/>
              <a:t> large-scale HPC system logs to identify usage patterns, detect anomalies, and improve resource utilization.</a:t>
            </a:r>
          </a:p>
          <a:p>
            <a:pPr algn="just"/>
            <a:r>
              <a:rPr lang="en-IN" sz="1600" b="1"/>
              <a:t>Dataset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/>
              <a:t>HPC job and system logs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/>
              <a:t>Large volume (GBs/TBs)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/>
              <a:t>Timestamp, user, job ID, resource usage, status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/>
              <a:t>Stored in a distributed file system (e.g., HDFS)</a:t>
            </a:r>
          </a:p>
          <a:p>
            <a:pPr lvl="0"/>
            <a:r>
              <a:rPr lang="en-IN" sz="1600" b="1"/>
              <a:t>Objectives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/>
              <a:t>Process and </a:t>
            </a:r>
            <a:r>
              <a:rPr lang="en-IN" sz="1400" err="1"/>
              <a:t>analyze</a:t>
            </a:r>
            <a:r>
              <a:rPr lang="en-IN" sz="1400"/>
              <a:t> logs at scale using Spark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/>
              <a:t>Identify usage patterns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/>
              <a:t>Detect failures or anomalies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/>
              <a:t>Generate insights for better resource management</a:t>
            </a:r>
          </a:p>
          <a:p>
            <a:pPr lvl="0"/>
            <a:endParaRPr lang="en-IN" sz="1600" b="1"/>
          </a:p>
          <a:p>
            <a:pPr algn="just"/>
            <a:endParaRPr lang="en-IN" sz="1600" b="1"/>
          </a:p>
          <a:p>
            <a:endParaRPr lang="en-IN"/>
          </a:p>
        </p:txBody>
      </p:sp>
      <p:sp>
        <p:nvSpPr>
          <p:cNvPr id="17" name="Shape 9">
            <a:extLst>
              <a:ext uri="{FF2B5EF4-FFF2-40B4-BE49-F238E27FC236}">
                <a16:creationId xmlns:a16="http://schemas.microsoft.com/office/drawing/2014/main" id="{11DF0BA4-0633-D55D-061D-022908E8913E}"/>
              </a:ext>
            </a:extLst>
          </p:cNvPr>
          <p:cNvSpPr/>
          <p:nvPr/>
        </p:nvSpPr>
        <p:spPr>
          <a:xfrm>
            <a:off x="2965157" y="830149"/>
            <a:ext cx="3245729" cy="381614"/>
          </a:xfrm>
          <a:prstGeom prst="rect">
            <a:avLst/>
          </a:prstGeom>
          <a:solidFill>
            <a:srgbClr val="EEF0FF">
              <a:alpha val="99000"/>
            </a:srgbClr>
          </a:solidFill>
          <a:ln w="12700">
            <a:solidFill>
              <a:srgbClr val="8588EA"/>
            </a:solidFill>
            <a:prstDash val="solid"/>
          </a:ln>
        </p:spPr>
        <p:txBody>
          <a:bodyPr/>
          <a:lstStyle/>
          <a:p>
            <a:pPr algn="ctr"/>
            <a:r>
              <a:rPr lang="en-IN" sz="1600" b="1"/>
              <a:t>Solution Architecture (Using Spark)</a:t>
            </a:r>
          </a:p>
        </p:txBody>
      </p:sp>
      <p:sp>
        <p:nvSpPr>
          <p:cNvPr id="19" name="Shape 13">
            <a:extLst>
              <a:ext uri="{FF2B5EF4-FFF2-40B4-BE49-F238E27FC236}">
                <a16:creationId xmlns:a16="http://schemas.microsoft.com/office/drawing/2014/main" id="{B09EDD48-B7EA-4162-BC28-0F521CAC6C3A}"/>
              </a:ext>
            </a:extLst>
          </p:cNvPr>
          <p:cNvSpPr/>
          <p:nvPr/>
        </p:nvSpPr>
        <p:spPr>
          <a:xfrm>
            <a:off x="2965157" y="1341662"/>
            <a:ext cx="1001932" cy="550444"/>
          </a:xfrm>
          <a:prstGeom prst="rect">
            <a:avLst/>
          </a:prstGeom>
          <a:solidFill>
            <a:srgbClr val="FFF0F0"/>
          </a:solidFill>
          <a:ln w="12700">
            <a:solidFill>
              <a:srgbClr val="E58A8A"/>
            </a:solidFill>
            <a:prstDash val="solid"/>
          </a:ln>
        </p:spPr>
        <p:txBody>
          <a:bodyPr/>
          <a:lstStyle/>
          <a:p>
            <a:r>
              <a:rPr lang="en-IN" sz="1600" b="1"/>
              <a:t>HPC Logs</a:t>
            </a:r>
          </a:p>
          <a:p>
            <a:r>
              <a:rPr lang="en-IN" sz="1200" i="1"/>
              <a:t>(e.g., HDFS)</a:t>
            </a:r>
            <a:endParaRPr lang="en-IN" sz="1200"/>
          </a:p>
          <a:p>
            <a:endParaRPr lang="en-IN" sz="1600"/>
          </a:p>
        </p:txBody>
      </p:sp>
      <p:sp>
        <p:nvSpPr>
          <p:cNvPr id="21" name="Shape 2">
            <a:extLst>
              <a:ext uri="{FF2B5EF4-FFF2-40B4-BE49-F238E27FC236}">
                <a16:creationId xmlns:a16="http://schemas.microsoft.com/office/drawing/2014/main" id="{8AC12057-889C-3B6C-8954-7D7DA2D21EDF}"/>
              </a:ext>
            </a:extLst>
          </p:cNvPr>
          <p:cNvSpPr/>
          <p:nvPr/>
        </p:nvSpPr>
        <p:spPr>
          <a:xfrm>
            <a:off x="4118708" y="1341663"/>
            <a:ext cx="1557606" cy="550444"/>
          </a:xfrm>
          <a:prstGeom prst="roundRect">
            <a:avLst>
              <a:gd name="adj" fmla="val 3397"/>
            </a:avLst>
          </a:prstGeom>
          <a:solidFill>
            <a:srgbClr val="EFF9E9"/>
          </a:solidFill>
          <a:ln w="12700">
            <a:solidFill>
              <a:srgbClr val="BFE3B9"/>
            </a:solidFill>
            <a:prstDash val="solid"/>
          </a:ln>
        </p:spPr>
        <p:txBody>
          <a:bodyPr/>
          <a:lstStyle/>
          <a:p>
            <a:pPr algn="ctr"/>
            <a:r>
              <a:rPr lang="en-IN" sz="1600" b="1"/>
              <a:t>Read Data</a:t>
            </a:r>
          </a:p>
          <a:p>
            <a:pPr algn="ctr"/>
            <a:r>
              <a:rPr lang="en-IN" sz="1200" i="1"/>
              <a:t>(</a:t>
            </a:r>
            <a:r>
              <a:rPr lang="en-IN" sz="1200" i="1" err="1"/>
              <a:t>spark.read.text</a:t>
            </a:r>
            <a:r>
              <a:rPr lang="en-IN" sz="1200" i="1"/>
              <a:t> / csv)</a:t>
            </a:r>
            <a:endParaRPr lang="en-IN" sz="1200"/>
          </a:p>
          <a:p>
            <a:pPr algn="ctr"/>
            <a:endParaRPr lang="en-IN"/>
          </a:p>
        </p:txBody>
      </p:sp>
      <p:sp>
        <p:nvSpPr>
          <p:cNvPr id="23" name="Shape 0">
            <a:extLst>
              <a:ext uri="{FF2B5EF4-FFF2-40B4-BE49-F238E27FC236}">
                <a16:creationId xmlns:a16="http://schemas.microsoft.com/office/drawing/2014/main" id="{24BC4C7C-3444-5269-57E0-E4533CEF5D8F}"/>
              </a:ext>
            </a:extLst>
          </p:cNvPr>
          <p:cNvSpPr/>
          <p:nvPr/>
        </p:nvSpPr>
        <p:spPr>
          <a:xfrm>
            <a:off x="3951458" y="2055745"/>
            <a:ext cx="1892105" cy="549743"/>
          </a:xfrm>
          <a:prstGeom prst="roundRect">
            <a:avLst>
              <a:gd name="adj" fmla="val 2550"/>
            </a:avLst>
          </a:prstGeom>
          <a:solidFill>
            <a:srgbClr val="EEF4FA"/>
          </a:solidFill>
          <a:ln w="12700">
            <a:solidFill>
              <a:srgbClr val="B9D1E7"/>
            </a:solidFill>
            <a:prstDash val="solid"/>
          </a:ln>
        </p:spPr>
        <p:txBody>
          <a:bodyPr/>
          <a:lstStyle/>
          <a:p>
            <a:pPr algn="ctr"/>
            <a:r>
              <a:rPr lang="en-IN" sz="1600" b="1"/>
              <a:t>Data Processing</a:t>
            </a:r>
          </a:p>
          <a:p>
            <a:pPr algn="ctr"/>
            <a:r>
              <a:rPr lang="en-IN" sz="1200" i="1"/>
              <a:t>(parse, filter, transform)</a:t>
            </a:r>
            <a:endParaRPr lang="en-IN" sz="1200"/>
          </a:p>
          <a:p>
            <a:endParaRPr lang="en-IN"/>
          </a:p>
        </p:txBody>
      </p:sp>
      <p:sp>
        <p:nvSpPr>
          <p:cNvPr id="26" name="Shape 16">
            <a:extLst>
              <a:ext uri="{FF2B5EF4-FFF2-40B4-BE49-F238E27FC236}">
                <a16:creationId xmlns:a16="http://schemas.microsoft.com/office/drawing/2014/main" id="{C7D2C0AE-1E95-93B9-C103-1B5102E049AB}"/>
              </a:ext>
            </a:extLst>
          </p:cNvPr>
          <p:cNvSpPr/>
          <p:nvPr/>
        </p:nvSpPr>
        <p:spPr>
          <a:xfrm>
            <a:off x="3776587" y="2769126"/>
            <a:ext cx="2241845" cy="549743"/>
          </a:xfrm>
          <a:prstGeom prst="rect">
            <a:avLst/>
          </a:prstGeom>
          <a:solidFill>
            <a:srgbClr val="F4F0E6"/>
          </a:solidFill>
          <a:ln w="12700">
            <a:solidFill>
              <a:srgbClr val="7A7569"/>
            </a:solidFill>
            <a:prstDash val="solid"/>
          </a:ln>
        </p:spPr>
        <p:txBody>
          <a:bodyPr/>
          <a:lstStyle/>
          <a:p>
            <a:pPr algn="ctr"/>
            <a:r>
              <a:rPr lang="en-IN" sz="1600" b="1"/>
              <a:t>Analytics</a:t>
            </a:r>
          </a:p>
          <a:p>
            <a:pPr algn="ctr"/>
            <a:r>
              <a:rPr lang="en-IN" sz="1200" i="1"/>
              <a:t>(aggregations, pattern detection)</a:t>
            </a:r>
            <a:endParaRPr lang="en-IN" sz="1200"/>
          </a:p>
          <a:p>
            <a:pPr algn="ctr"/>
            <a:endParaRPr lang="en-IN" sz="1600"/>
          </a:p>
        </p:txBody>
      </p:sp>
      <p:sp>
        <p:nvSpPr>
          <p:cNvPr id="28" name="Shape 3">
            <a:extLst>
              <a:ext uri="{FF2B5EF4-FFF2-40B4-BE49-F238E27FC236}">
                <a16:creationId xmlns:a16="http://schemas.microsoft.com/office/drawing/2014/main" id="{E7FBDA44-C978-78AF-900D-4650D753EF12}"/>
              </a:ext>
            </a:extLst>
          </p:cNvPr>
          <p:cNvSpPr/>
          <p:nvPr/>
        </p:nvSpPr>
        <p:spPr>
          <a:xfrm>
            <a:off x="2883678" y="3664608"/>
            <a:ext cx="1153551" cy="1034002"/>
          </a:xfrm>
          <a:prstGeom prst="roundRect">
            <a:avLst>
              <a:gd name="adj" fmla="val 3386"/>
            </a:avLst>
          </a:prstGeom>
          <a:solidFill>
            <a:srgbClr val="F4EEFF"/>
          </a:solidFill>
          <a:ln w="12700">
            <a:solidFill>
              <a:srgbClr val="D5C3F0"/>
            </a:solidFill>
            <a:prstDash val="solid"/>
          </a:ln>
        </p:spPr>
        <p:txBody>
          <a:bodyPr/>
          <a:lstStyle/>
          <a:p>
            <a:pPr algn="ctr"/>
            <a:r>
              <a:rPr lang="en-IN" sz="1600" b="1"/>
              <a:t>Usage Analysis</a:t>
            </a:r>
          </a:p>
          <a:p>
            <a:pPr algn="ctr"/>
            <a:r>
              <a:rPr lang="en-IN" sz="1400" i="1"/>
              <a:t>(job counts, user stats)</a:t>
            </a:r>
            <a:endParaRPr lang="en-IN" sz="1400"/>
          </a:p>
          <a:p>
            <a:pPr algn="ctr"/>
            <a:endParaRPr lang="en-IN"/>
          </a:p>
        </p:txBody>
      </p:sp>
      <p:sp>
        <p:nvSpPr>
          <p:cNvPr id="30" name="Shape 3">
            <a:extLst>
              <a:ext uri="{FF2B5EF4-FFF2-40B4-BE49-F238E27FC236}">
                <a16:creationId xmlns:a16="http://schemas.microsoft.com/office/drawing/2014/main" id="{663D6D70-CC60-207D-EB1A-6C2A20C85D48}"/>
              </a:ext>
            </a:extLst>
          </p:cNvPr>
          <p:cNvSpPr/>
          <p:nvPr/>
        </p:nvSpPr>
        <p:spPr>
          <a:xfrm>
            <a:off x="4112257" y="3664607"/>
            <a:ext cx="1153551" cy="1034003"/>
          </a:xfrm>
          <a:prstGeom prst="roundRect">
            <a:avLst>
              <a:gd name="adj" fmla="val 3386"/>
            </a:avLst>
          </a:prstGeom>
          <a:solidFill>
            <a:srgbClr val="F4EEFF"/>
          </a:solidFill>
          <a:ln w="12700">
            <a:solidFill>
              <a:srgbClr val="D5C3F0"/>
            </a:solidFill>
            <a:prstDash val="solid"/>
          </a:ln>
        </p:spPr>
        <p:txBody>
          <a:bodyPr/>
          <a:lstStyle/>
          <a:p>
            <a:pPr algn="ctr"/>
            <a:r>
              <a:rPr lang="en-IN" sz="1600" b="1"/>
              <a:t>Anomaly Detection</a:t>
            </a:r>
          </a:p>
          <a:p>
            <a:pPr algn="ctr"/>
            <a:r>
              <a:rPr lang="en-IN" sz="1400" i="1"/>
              <a:t>(failures, outliers)</a:t>
            </a:r>
            <a:endParaRPr lang="en-IN" sz="1400"/>
          </a:p>
          <a:p>
            <a:pPr algn="ctr"/>
            <a:endParaRPr lang="en-IN"/>
          </a:p>
        </p:txBody>
      </p:sp>
      <p:sp>
        <p:nvSpPr>
          <p:cNvPr id="32" name="Shape 3">
            <a:extLst>
              <a:ext uri="{FF2B5EF4-FFF2-40B4-BE49-F238E27FC236}">
                <a16:creationId xmlns:a16="http://schemas.microsoft.com/office/drawing/2014/main" id="{57F0406D-A99D-4B72-65DF-E6740A0C9552}"/>
              </a:ext>
            </a:extLst>
          </p:cNvPr>
          <p:cNvSpPr/>
          <p:nvPr/>
        </p:nvSpPr>
        <p:spPr>
          <a:xfrm>
            <a:off x="5353733" y="3664607"/>
            <a:ext cx="1054102" cy="1034002"/>
          </a:xfrm>
          <a:prstGeom prst="roundRect">
            <a:avLst>
              <a:gd name="adj" fmla="val 3386"/>
            </a:avLst>
          </a:prstGeom>
          <a:solidFill>
            <a:srgbClr val="F4EEFF"/>
          </a:solidFill>
          <a:ln w="12700">
            <a:solidFill>
              <a:srgbClr val="D5C3F0"/>
            </a:solidFill>
            <a:prstDash val="solid"/>
          </a:ln>
        </p:spPr>
        <p:txBody>
          <a:bodyPr/>
          <a:lstStyle/>
          <a:p>
            <a:r>
              <a:rPr lang="en-IN" sz="1600" b="1"/>
              <a:t>Output Results</a:t>
            </a:r>
          </a:p>
          <a:p>
            <a:r>
              <a:rPr lang="en-IN" sz="1400" i="1"/>
              <a:t>(dashboard / reports)</a:t>
            </a:r>
            <a:endParaRPr lang="en-IN" sz="1400"/>
          </a:p>
          <a:p>
            <a:endParaRPr lang="en-IN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E3E76A28-FB7E-0FA7-291E-F1F6E27DAD94}"/>
              </a:ext>
            </a:extLst>
          </p:cNvPr>
          <p:cNvCxnSpPr>
            <a:stCxn id="19" idx="3"/>
            <a:endCxn id="21" idx="1"/>
          </p:cNvCxnSpPr>
          <p:nvPr/>
        </p:nvCxnSpPr>
        <p:spPr>
          <a:xfrm>
            <a:off x="3967089" y="1616884"/>
            <a:ext cx="151619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3273C28B-87B5-8D45-B2DF-C7E2D8D6C556}"/>
              </a:ext>
            </a:extLst>
          </p:cNvPr>
          <p:cNvCxnSpPr>
            <a:cxnSpLocks/>
            <a:stCxn id="21" idx="2"/>
            <a:endCxn id="23" idx="0"/>
          </p:cNvCxnSpPr>
          <p:nvPr/>
        </p:nvCxnSpPr>
        <p:spPr>
          <a:xfrm>
            <a:off x="4897511" y="1892107"/>
            <a:ext cx="0" cy="16363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A633D700-A83F-F718-C003-057044A38851}"/>
              </a:ext>
            </a:extLst>
          </p:cNvPr>
          <p:cNvCxnSpPr>
            <a:cxnSpLocks/>
          </p:cNvCxnSpPr>
          <p:nvPr/>
        </p:nvCxnSpPr>
        <p:spPr>
          <a:xfrm>
            <a:off x="4897511" y="2605488"/>
            <a:ext cx="0" cy="16363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70A7EA4B-0DEB-7C62-37DF-19881E581839}"/>
              </a:ext>
            </a:extLst>
          </p:cNvPr>
          <p:cNvCxnSpPr>
            <a:stCxn id="26" idx="2"/>
            <a:endCxn id="28" idx="0"/>
          </p:cNvCxnSpPr>
          <p:nvPr/>
        </p:nvCxnSpPr>
        <p:spPr>
          <a:xfrm rot="5400000">
            <a:off x="4006113" y="2773210"/>
            <a:ext cx="345739" cy="1437056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3" name="Connector: Elbow 42">
            <a:extLst>
              <a:ext uri="{FF2B5EF4-FFF2-40B4-BE49-F238E27FC236}">
                <a16:creationId xmlns:a16="http://schemas.microsoft.com/office/drawing/2014/main" id="{F6F7AA2D-E177-639C-F760-78A605833C7C}"/>
              </a:ext>
            </a:extLst>
          </p:cNvPr>
          <p:cNvCxnSpPr>
            <a:stCxn id="26" idx="2"/>
            <a:endCxn id="30" idx="0"/>
          </p:cNvCxnSpPr>
          <p:nvPr/>
        </p:nvCxnSpPr>
        <p:spPr>
          <a:xfrm rot="5400000">
            <a:off x="4620403" y="3387500"/>
            <a:ext cx="345738" cy="208477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C1BF23B4-1D22-8BFA-A7B1-0AB410CC165B}"/>
              </a:ext>
            </a:extLst>
          </p:cNvPr>
          <p:cNvCxnSpPr>
            <a:cxnSpLocks/>
            <a:stCxn id="26" idx="2"/>
            <a:endCxn id="32" idx="0"/>
          </p:cNvCxnSpPr>
          <p:nvPr/>
        </p:nvCxnSpPr>
        <p:spPr>
          <a:xfrm rot="16200000" flipH="1">
            <a:off x="5216278" y="3000101"/>
            <a:ext cx="345738" cy="983274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9" name="Shape 7">
            <a:extLst>
              <a:ext uri="{FF2B5EF4-FFF2-40B4-BE49-F238E27FC236}">
                <a16:creationId xmlns:a16="http://schemas.microsoft.com/office/drawing/2014/main" id="{F9E2E2DA-5E32-19CA-FF5B-D7D8FF034462}"/>
              </a:ext>
            </a:extLst>
          </p:cNvPr>
          <p:cNvSpPr/>
          <p:nvPr/>
        </p:nvSpPr>
        <p:spPr>
          <a:xfrm>
            <a:off x="6471686" y="757975"/>
            <a:ext cx="2577202" cy="4244771"/>
          </a:xfrm>
          <a:prstGeom prst="roundRect">
            <a:avLst>
              <a:gd name="adj" fmla="val 3379"/>
            </a:avLst>
          </a:prstGeom>
          <a:solidFill>
            <a:schemeClr val="bg1">
              <a:lumMod val="95000"/>
            </a:schemeClr>
          </a:solidFill>
          <a:ln w="12700">
            <a:solidFill>
              <a:srgbClr val="7A7569"/>
            </a:solidFill>
            <a:prstDash val="solid"/>
          </a:ln>
        </p:spPr>
        <p:txBody>
          <a:bodyPr/>
          <a:lstStyle/>
          <a:p>
            <a:r>
              <a:rPr lang="en-IN" sz="1600" b="1"/>
              <a:t>Key Analytics Performed</a:t>
            </a:r>
          </a:p>
          <a:p>
            <a:r>
              <a:rPr lang="en-IN" sz="1400" b="1"/>
              <a:t>Job Usage Analysis</a:t>
            </a:r>
          </a:p>
          <a:p>
            <a:pPr lvl="0"/>
            <a:r>
              <a:rPr lang="en-IN" sz="1400"/>
              <a:t>Total jobs</a:t>
            </a:r>
          </a:p>
          <a:p>
            <a:pPr lvl="0"/>
            <a:r>
              <a:rPr lang="en-IN" sz="1400"/>
              <a:t>User-wise/job-wise statistics</a:t>
            </a:r>
          </a:p>
          <a:p>
            <a:r>
              <a:rPr lang="en-IN" sz="1400" b="1"/>
              <a:t>Resource Utilization</a:t>
            </a:r>
          </a:p>
          <a:p>
            <a:pPr lvl="0"/>
            <a:r>
              <a:rPr lang="en-IN" sz="1400"/>
              <a:t>CPU, memory, and runtime trends</a:t>
            </a:r>
          </a:p>
          <a:p>
            <a:r>
              <a:rPr lang="en-IN" sz="1400" b="1"/>
              <a:t>Anomaly Detection</a:t>
            </a:r>
          </a:p>
          <a:p>
            <a:pPr lvl="0"/>
            <a:r>
              <a:rPr lang="en-IN" sz="1400"/>
              <a:t>Identify failed jobs and unusual patterns</a:t>
            </a:r>
          </a:p>
          <a:p>
            <a:r>
              <a:rPr lang="en-IN" sz="1400" b="1"/>
              <a:t>Time-based Analysis</a:t>
            </a:r>
          </a:p>
          <a:p>
            <a:pPr lvl="0"/>
            <a:r>
              <a:rPr lang="en-IN" sz="1400"/>
              <a:t>Daily/weekly/monthly usage trends</a:t>
            </a:r>
            <a:endParaRPr lang="en-IN" sz="1600"/>
          </a:p>
          <a:p>
            <a:r>
              <a:rPr lang="en-IN" sz="1600" b="1"/>
              <a:t>Output / Insights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/>
              <a:t>User and job usage reports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/>
              <a:t>List of failed/anomalous jobs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/>
              <a:t>Insights for capacity planning and optimization</a:t>
            </a:r>
          </a:p>
          <a:p>
            <a:endParaRPr lang="en-I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25A1C"/>
          </a:solidFill>
          <a:ln w="12700">
            <a:solidFill>
              <a:srgbClr val="E25A1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260776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>
                <a:solidFill>
                  <a:srgbClr val="0B1F3A"/>
                </a:solidFill>
              </a:rPr>
              <a:t>Spark in the Titan Supercomputer</a:t>
            </a:r>
            <a:br>
              <a:rPr lang="en-US" sz="2800" b="1">
                <a:solidFill>
                  <a:srgbClr val="0B1F3A"/>
                </a:solidFill>
              </a:rPr>
            </a:br>
            <a:r>
              <a:rPr lang="en-IN" b="1">
                <a:solidFill>
                  <a:srgbClr val="0B1F3A"/>
                </a:solidFill>
              </a:rPr>
              <a:t>R</a:t>
            </a:r>
            <a:r>
              <a:rPr lang="en-IN" b="1"/>
              <a:t>eal-world application</a:t>
            </a:r>
            <a:endParaRPr lang="en-US" sz="2800" b="1"/>
          </a:p>
        </p:txBody>
      </p:sp>
      <p:sp>
        <p:nvSpPr>
          <p:cNvPr id="5" name="Shape 3"/>
          <p:cNvSpPr/>
          <p:nvPr/>
        </p:nvSpPr>
        <p:spPr>
          <a:xfrm>
            <a:off x="4487593" y="960120"/>
            <a:ext cx="4290646" cy="3840480"/>
          </a:xfrm>
          <a:prstGeom prst="roundRect">
            <a:avLst>
              <a:gd name="adj" fmla="val 3125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169877" y="96715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5A6B85"/>
                </a:solidFill>
              </a:rPr>
              <a:t>DATA PIPELINE</a:t>
            </a:r>
            <a:endParaRPr lang="en-US" sz="16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A6B8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  <p:sp>
        <p:nvSpPr>
          <p:cNvPr id="27" name="Shape 3">
            <a:extLst>
              <a:ext uri="{FF2B5EF4-FFF2-40B4-BE49-F238E27FC236}">
                <a16:creationId xmlns:a16="http://schemas.microsoft.com/office/drawing/2014/main" id="{53183AE0-081D-6B47-E5DA-4E9FC149E6DA}"/>
              </a:ext>
            </a:extLst>
          </p:cNvPr>
          <p:cNvSpPr/>
          <p:nvPr/>
        </p:nvSpPr>
        <p:spPr>
          <a:xfrm>
            <a:off x="279242" y="960120"/>
            <a:ext cx="4009293" cy="3840480"/>
          </a:xfrm>
          <a:prstGeom prst="roundRect">
            <a:avLst>
              <a:gd name="adj" fmla="val 3386"/>
            </a:avLst>
          </a:prstGeom>
          <a:solidFill>
            <a:srgbClr val="F4EEFF"/>
          </a:solidFill>
          <a:ln w="12700">
            <a:solidFill>
              <a:srgbClr val="D5C3F0"/>
            </a:solidFill>
            <a:prstDash val="solid"/>
          </a:ln>
        </p:spPr>
        <p:txBody>
          <a:bodyPr/>
          <a:lstStyle/>
          <a:p>
            <a:r>
              <a:rPr lang="en-IN" sz="1600" b="1"/>
              <a:t>Titan Supercomputer</a:t>
            </a:r>
          </a:p>
          <a:p>
            <a:pPr lvl="0"/>
            <a:r>
              <a:rPr lang="en-IN" sz="1400"/>
              <a:t>Located at </a:t>
            </a:r>
            <a:r>
              <a:rPr lang="en-IN" sz="1400" b="1"/>
              <a:t>Oak Ridge National Laboratory (ORNL), USA</a:t>
            </a:r>
            <a:r>
              <a:rPr lang="en-IN" sz="1400"/>
              <a:t>.</a:t>
            </a:r>
          </a:p>
          <a:p>
            <a:pPr lvl="0"/>
            <a:r>
              <a:rPr lang="en-IN" sz="1400"/>
              <a:t>One of the world's leading HPC systems for scientific computing.</a:t>
            </a:r>
          </a:p>
          <a:p>
            <a:pPr lvl="0"/>
            <a:r>
              <a:rPr lang="en-IN" sz="1400"/>
              <a:t>Generates massive volumes of system and application logs.</a:t>
            </a:r>
            <a:endParaRPr lang="en-IN"/>
          </a:p>
          <a:p>
            <a:r>
              <a:rPr lang="en-IN" sz="1600" b="1"/>
              <a:t>Spark's Role</a:t>
            </a:r>
          </a:p>
          <a:p>
            <a:pPr lvl="0"/>
            <a:r>
              <a:rPr lang="en-IN" sz="1400"/>
              <a:t>Processes distributed log data at scale.</a:t>
            </a:r>
          </a:p>
          <a:p>
            <a:pPr lvl="0"/>
            <a:r>
              <a:rPr lang="en-IN" sz="1400"/>
              <a:t>Performs fast in-memory analytics.</a:t>
            </a:r>
          </a:p>
          <a:p>
            <a:pPr lvl="0"/>
            <a:r>
              <a:rPr lang="en-IN" sz="1400"/>
              <a:t>Enables parallel processing across multiple nodes.</a:t>
            </a:r>
          </a:p>
          <a:p>
            <a:pPr lvl="0"/>
            <a:r>
              <a:rPr lang="en-IN" sz="1400"/>
              <a:t>Extracts operational insights from HPC logs.</a:t>
            </a:r>
            <a:endParaRPr lang="en-IN"/>
          </a:p>
          <a:p>
            <a:r>
              <a:rPr lang="en-IN" sz="1600" b="1"/>
              <a:t>Results</a:t>
            </a:r>
          </a:p>
          <a:p>
            <a:pPr lvl="0"/>
            <a:r>
              <a:rPr lang="en-IN" sz="1400"/>
              <a:t>Faster log analysis and query processing.</a:t>
            </a:r>
          </a:p>
          <a:p>
            <a:pPr lvl="0"/>
            <a:r>
              <a:rPr lang="en-IN" sz="1400"/>
              <a:t>Improved system monitoring and fault detection.</a:t>
            </a:r>
          </a:p>
          <a:p>
            <a:pPr lvl="0"/>
            <a:r>
              <a:rPr lang="en-IN" sz="1400"/>
              <a:t>Better understanding of resource utilization.</a:t>
            </a:r>
          </a:p>
          <a:p>
            <a:pPr lvl="0"/>
            <a:r>
              <a:rPr lang="en-IN" sz="1400"/>
              <a:t>Scalable analytics for large HPC environments.</a:t>
            </a:r>
          </a:p>
          <a:p>
            <a:endParaRPr lang="en-IN"/>
          </a:p>
        </p:txBody>
      </p:sp>
      <p:sp>
        <p:nvSpPr>
          <p:cNvPr id="29" name="Shape 8">
            <a:extLst>
              <a:ext uri="{FF2B5EF4-FFF2-40B4-BE49-F238E27FC236}">
                <a16:creationId xmlns:a16="http://schemas.microsoft.com/office/drawing/2014/main" id="{BFC75BF5-3AA4-01F5-518E-6EF29EEDE959}"/>
              </a:ext>
            </a:extLst>
          </p:cNvPr>
          <p:cNvSpPr/>
          <p:nvPr/>
        </p:nvSpPr>
        <p:spPr>
          <a:xfrm>
            <a:off x="5071568" y="1258773"/>
            <a:ext cx="3122697" cy="436383"/>
          </a:xfrm>
          <a:prstGeom prst="rect">
            <a:avLst/>
          </a:prstGeom>
          <a:solidFill>
            <a:srgbClr val="FFF2D7"/>
          </a:solidFill>
          <a:ln w="12700">
            <a:solidFill>
              <a:srgbClr val="E0A02A"/>
            </a:solidFill>
            <a:prstDash val="solid"/>
          </a:ln>
        </p:spPr>
        <p:txBody>
          <a:bodyPr/>
          <a:lstStyle/>
          <a:p>
            <a:pPr algn="ctr"/>
            <a:r>
              <a:rPr lang="en-IN" sz="1400" b="1"/>
              <a:t>Titan Logs</a:t>
            </a:r>
          </a:p>
          <a:p>
            <a:pPr algn="ctr"/>
            <a:r>
              <a:rPr lang="en-IN" sz="1100"/>
              <a:t>System &amp; application logs generated by HPC nodes</a:t>
            </a:r>
            <a:endParaRPr lang="en-IN" sz="1100" b="1"/>
          </a:p>
        </p:txBody>
      </p:sp>
      <p:sp>
        <p:nvSpPr>
          <p:cNvPr id="39" name="Shape 8">
            <a:extLst>
              <a:ext uri="{FF2B5EF4-FFF2-40B4-BE49-F238E27FC236}">
                <a16:creationId xmlns:a16="http://schemas.microsoft.com/office/drawing/2014/main" id="{3311FF22-E54D-6316-46C9-C322A77CF4D3}"/>
              </a:ext>
            </a:extLst>
          </p:cNvPr>
          <p:cNvSpPr/>
          <p:nvPr/>
        </p:nvSpPr>
        <p:spPr>
          <a:xfrm>
            <a:off x="5071568" y="1904474"/>
            <a:ext cx="3122697" cy="436383"/>
          </a:xfrm>
          <a:prstGeom prst="rect">
            <a:avLst/>
          </a:prstGeom>
          <a:solidFill>
            <a:srgbClr val="FFF2D7"/>
          </a:solidFill>
          <a:ln w="12700">
            <a:solidFill>
              <a:srgbClr val="E0A02A"/>
            </a:solidFill>
            <a:prstDash val="solid"/>
          </a:ln>
        </p:spPr>
        <p:txBody>
          <a:bodyPr/>
          <a:lstStyle/>
          <a:p>
            <a:pPr algn="ctr"/>
            <a:r>
              <a:rPr lang="en-IN" sz="1400" b="1"/>
              <a:t>Cassandra</a:t>
            </a:r>
          </a:p>
          <a:p>
            <a:pPr algn="ctr"/>
            <a:r>
              <a:rPr lang="en-IN" sz="1100"/>
              <a:t>Distributed storage for scalable log management</a:t>
            </a:r>
            <a:endParaRPr lang="en-IN" sz="1100" b="1"/>
          </a:p>
        </p:txBody>
      </p:sp>
      <p:sp>
        <p:nvSpPr>
          <p:cNvPr id="41" name="Shape 8">
            <a:extLst>
              <a:ext uri="{FF2B5EF4-FFF2-40B4-BE49-F238E27FC236}">
                <a16:creationId xmlns:a16="http://schemas.microsoft.com/office/drawing/2014/main" id="{F2A4CBCE-A5F3-D201-6625-901808FD366E}"/>
              </a:ext>
            </a:extLst>
          </p:cNvPr>
          <p:cNvSpPr/>
          <p:nvPr/>
        </p:nvSpPr>
        <p:spPr>
          <a:xfrm>
            <a:off x="4962460" y="2566119"/>
            <a:ext cx="3340912" cy="436383"/>
          </a:xfrm>
          <a:prstGeom prst="rect">
            <a:avLst/>
          </a:prstGeom>
          <a:solidFill>
            <a:srgbClr val="FFF2D7"/>
          </a:solidFill>
          <a:ln w="12700">
            <a:solidFill>
              <a:srgbClr val="E0A02A"/>
            </a:solidFill>
            <a:prstDash val="solid"/>
          </a:ln>
        </p:spPr>
        <p:txBody>
          <a:bodyPr/>
          <a:lstStyle/>
          <a:p>
            <a:pPr algn="ctr"/>
            <a:r>
              <a:rPr lang="en-IN" sz="1400" b="1"/>
              <a:t>Apache Spark</a:t>
            </a:r>
          </a:p>
          <a:p>
            <a:pPr algn="ctr"/>
            <a:r>
              <a:rPr lang="en-IN" sz="1100"/>
              <a:t>In-memory distributed data processing and analytics</a:t>
            </a:r>
            <a:endParaRPr lang="en-IN" sz="1100" b="1"/>
          </a:p>
        </p:txBody>
      </p:sp>
      <p:sp>
        <p:nvSpPr>
          <p:cNvPr id="43" name="Shape 8">
            <a:extLst>
              <a:ext uri="{FF2B5EF4-FFF2-40B4-BE49-F238E27FC236}">
                <a16:creationId xmlns:a16="http://schemas.microsoft.com/office/drawing/2014/main" id="{16192C57-F554-0D07-BFBF-52B50D3929A1}"/>
              </a:ext>
            </a:extLst>
          </p:cNvPr>
          <p:cNvSpPr/>
          <p:nvPr/>
        </p:nvSpPr>
        <p:spPr>
          <a:xfrm>
            <a:off x="4962460" y="3273971"/>
            <a:ext cx="3340912" cy="436383"/>
          </a:xfrm>
          <a:prstGeom prst="rect">
            <a:avLst/>
          </a:prstGeom>
          <a:solidFill>
            <a:srgbClr val="FFF2D7"/>
          </a:solidFill>
          <a:ln w="12700">
            <a:solidFill>
              <a:srgbClr val="E0A02A"/>
            </a:solidFill>
            <a:prstDash val="solid"/>
          </a:ln>
        </p:spPr>
        <p:txBody>
          <a:bodyPr/>
          <a:lstStyle/>
          <a:p>
            <a:pPr algn="ctr"/>
            <a:r>
              <a:rPr lang="en-IN" sz="1400" b="1"/>
              <a:t>Analytics Engine</a:t>
            </a:r>
          </a:p>
          <a:p>
            <a:pPr algn="ctr"/>
            <a:r>
              <a:rPr lang="en-IN" sz="1100"/>
              <a:t>Pattern detection, aggregation, and anomaly analysis</a:t>
            </a:r>
            <a:endParaRPr lang="en-IN" sz="1100" b="1"/>
          </a:p>
        </p:txBody>
      </p:sp>
      <p:sp>
        <p:nvSpPr>
          <p:cNvPr id="45" name="Shape 8">
            <a:extLst>
              <a:ext uri="{FF2B5EF4-FFF2-40B4-BE49-F238E27FC236}">
                <a16:creationId xmlns:a16="http://schemas.microsoft.com/office/drawing/2014/main" id="{C54AACAC-4AA9-9F91-D63A-DD61CBFB223B}"/>
              </a:ext>
            </a:extLst>
          </p:cNvPr>
          <p:cNvSpPr/>
          <p:nvPr/>
        </p:nvSpPr>
        <p:spPr>
          <a:xfrm>
            <a:off x="4962460" y="3935616"/>
            <a:ext cx="3340912" cy="639722"/>
          </a:xfrm>
          <a:prstGeom prst="rect">
            <a:avLst/>
          </a:prstGeom>
          <a:solidFill>
            <a:srgbClr val="FFF2D7"/>
          </a:solidFill>
          <a:ln w="12700">
            <a:solidFill>
              <a:srgbClr val="E0A02A"/>
            </a:solidFill>
            <a:prstDash val="solid"/>
          </a:ln>
        </p:spPr>
        <p:txBody>
          <a:bodyPr/>
          <a:lstStyle/>
          <a:p>
            <a:pPr algn="ctr"/>
            <a:r>
              <a:rPr lang="en-IN" sz="1400" b="1"/>
              <a:t>System Insights</a:t>
            </a:r>
          </a:p>
          <a:p>
            <a:pPr algn="ctr"/>
            <a:r>
              <a:rPr lang="en-IN" sz="1100"/>
              <a:t>Performance trends, fault analysis, and resource optimization</a:t>
            </a:r>
            <a:endParaRPr lang="en-IN" sz="1100" b="1"/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2962446F-8054-1A3F-019E-EC96B84A31D8}"/>
              </a:ext>
            </a:extLst>
          </p:cNvPr>
          <p:cNvCxnSpPr>
            <a:stCxn id="29" idx="2"/>
            <a:endCxn id="39" idx="0"/>
          </p:cNvCxnSpPr>
          <p:nvPr/>
        </p:nvCxnSpPr>
        <p:spPr>
          <a:xfrm>
            <a:off x="6632917" y="1695156"/>
            <a:ext cx="0" cy="20931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C3E26782-571C-1013-D55A-5EBE6545E428}"/>
              </a:ext>
            </a:extLst>
          </p:cNvPr>
          <p:cNvCxnSpPr/>
          <p:nvPr/>
        </p:nvCxnSpPr>
        <p:spPr>
          <a:xfrm>
            <a:off x="6632917" y="2340857"/>
            <a:ext cx="0" cy="20931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088D36CC-D0B5-CC79-5670-C6B5EA63669C}"/>
              </a:ext>
            </a:extLst>
          </p:cNvPr>
          <p:cNvCxnSpPr>
            <a:cxnSpLocks/>
            <a:endCxn id="43" idx="0"/>
          </p:cNvCxnSpPr>
          <p:nvPr/>
        </p:nvCxnSpPr>
        <p:spPr>
          <a:xfrm flipH="1">
            <a:off x="6632916" y="3002502"/>
            <a:ext cx="1" cy="27146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487BB570-C7EE-CBDD-97AC-F308BC48D623}"/>
              </a:ext>
            </a:extLst>
          </p:cNvPr>
          <p:cNvCxnSpPr>
            <a:cxnSpLocks/>
            <a:endCxn id="45" idx="0"/>
          </p:cNvCxnSpPr>
          <p:nvPr/>
        </p:nvCxnSpPr>
        <p:spPr>
          <a:xfrm>
            <a:off x="6632916" y="3687251"/>
            <a:ext cx="0" cy="24836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25A1C"/>
          </a:solidFill>
          <a:ln w="12700">
            <a:solidFill>
              <a:srgbClr val="E25A1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</a:rPr>
              <a:t>Conclusion</a:t>
            </a:r>
            <a:endParaRPr lang="en-US" sz="2800"/>
          </a:p>
        </p:txBody>
      </p:sp>
      <p:sp>
        <p:nvSpPr>
          <p:cNvPr id="4" name="Text 2"/>
          <p:cNvSpPr txBox="1"/>
          <p:nvPr/>
        </p:nvSpPr>
        <p:spPr>
          <a:xfrm>
            <a:off x="640079" y="1188720"/>
            <a:ext cx="7455877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>
                <a:solidFill>
                  <a:schemeClr val="bg1"/>
                </a:solidFill>
              </a:rPr>
              <a:t>Spark provides a unified framework for large-scale distributed data processing.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>
                <a:solidFill>
                  <a:schemeClr val="bg1"/>
                </a:solidFill>
              </a:rPr>
              <a:t>In-memory computation improves performance compared to traditional processing systems.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>
                <a:solidFill>
                  <a:schemeClr val="bg1"/>
                </a:solidFill>
              </a:rPr>
              <a:t>Fault tolerance and scalability make Spark suitable for enterprise and HPC environments.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>
                <a:solidFill>
                  <a:schemeClr val="bg1"/>
                </a:solidFill>
              </a:rPr>
              <a:t>Real-world implementations, such as Titan HPC log analytics, validate Spark's practical impact and efficiency.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EE791A-2464-75DC-416B-70CFB04512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9BC0BB3-6651-6C60-2F8E-EC0C4DAE06C3}"/>
              </a:ext>
            </a:extLst>
          </p:cNvPr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25A1C"/>
          </a:solidFill>
          <a:ln w="12700">
            <a:solidFill>
              <a:srgbClr val="E25A1C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C771047-1832-9B1E-300E-A05ACB60E1FA}"/>
              </a:ext>
            </a:extLst>
          </p:cNvPr>
          <p:cNvSpPr txBox="1"/>
          <p:nvPr/>
        </p:nvSpPr>
        <p:spPr>
          <a:xfrm>
            <a:off x="274906" y="444011"/>
            <a:ext cx="8785274" cy="8721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3200" b="1" dirty="0"/>
              <a:t>Movie Recommendation System Using Data Serving</a:t>
            </a:r>
            <a:br>
              <a:rPr lang="en-IN" sz="3200" dirty="0"/>
            </a:br>
            <a:r>
              <a:rPr lang="en-IN" i="1" dirty="0"/>
              <a:t> Practical Implementation of Data Serving for Personalized Recommendations</a:t>
            </a:r>
          </a:p>
          <a:p>
            <a:endParaRPr lang="en-IN" sz="3200" dirty="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39E0B6A2-AABF-4A60-F9D9-31D2E8B095C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A6B8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94CDA7-10B3-0E24-7B21-D342FDE711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337" y="1219798"/>
            <a:ext cx="7597326" cy="3479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13198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6BEF84FA-8D64-0286-30AF-0F6D88E9BC4F}"/>
              </a:ext>
            </a:extLst>
          </p:cNvPr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25A1C"/>
          </a:solidFill>
          <a:ln w="12700">
            <a:solidFill>
              <a:srgbClr val="E25A1C"/>
            </a:solidFill>
            <a:prstDash val="solid"/>
          </a:ln>
        </p:spPr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299D052-815D-D843-937D-72F506DD306F}"/>
              </a:ext>
            </a:extLst>
          </p:cNvPr>
          <p:cNvSpPr txBox="1"/>
          <p:nvPr/>
        </p:nvSpPr>
        <p:spPr>
          <a:xfrm>
            <a:off x="341580" y="72456"/>
            <a:ext cx="8529154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>
                <a:ea typeface="+mn-lt"/>
                <a:cs typeface="+mn-lt"/>
              </a:rPr>
              <a:t>Project Overview</a:t>
            </a:r>
            <a:endParaRPr lang="en-US" sz="2800" b="1">
              <a:ea typeface="Calibri"/>
              <a:cs typeface="Calibri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7786ABE7-E047-98D8-980E-7AEECC5F79FE}"/>
              </a:ext>
            </a:extLst>
          </p:cNvPr>
          <p:cNvSpPr/>
          <p:nvPr/>
        </p:nvSpPr>
        <p:spPr>
          <a:xfrm>
            <a:off x="345465" y="2021144"/>
            <a:ext cx="5396294" cy="1094699"/>
          </a:xfrm>
          <a:prstGeom prst="rect">
            <a:avLst/>
          </a:prstGeom>
          <a:solidFill>
            <a:srgbClr val="F4EEFF"/>
          </a:solidFill>
          <a:ln w="12700">
            <a:solidFill>
              <a:srgbClr val="D5C3F0"/>
            </a:solidFill>
            <a:prstDash val="solid"/>
          </a:ln>
        </p:spPr>
      </p:sp>
      <p:sp>
        <p:nvSpPr>
          <p:cNvPr id="7" name="Shape 10">
            <a:extLst>
              <a:ext uri="{FF2B5EF4-FFF2-40B4-BE49-F238E27FC236}">
                <a16:creationId xmlns:a16="http://schemas.microsoft.com/office/drawing/2014/main" id="{85C80D9D-94AD-D079-4D6E-F295C375B323}"/>
              </a:ext>
            </a:extLst>
          </p:cNvPr>
          <p:cNvSpPr/>
          <p:nvPr/>
        </p:nvSpPr>
        <p:spPr>
          <a:xfrm>
            <a:off x="364879" y="762000"/>
            <a:ext cx="5399774" cy="966266"/>
          </a:xfrm>
          <a:prstGeom prst="rect">
            <a:avLst/>
          </a:prstGeom>
          <a:solidFill>
            <a:srgbClr val="FFF0F0"/>
          </a:solidFill>
          <a:ln w="12700">
            <a:solidFill>
              <a:srgbClr val="E58A8A"/>
            </a:solidFill>
            <a:prstDash val="solid"/>
          </a:ln>
        </p:spPr>
      </p:sp>
      <p:sp>
        <p:nvSpPr>
          <p:cNvPr id="9" name="Shape 8">
            <a:extLst>
              <a:ext uri="{FF2B5EF4-FFF2-40B4-BE49-F238E27FC236}">
                <a16:creationId xmlns:a16="http://schemas.microsoft.com/office/drawing/2014/main" id="{9FD2725C-0045-8DE6-9303-19FA5298FF89}"/>
              </a:ext>
            </a:extLst>
          </p:cNvPr>
          <p:cNvSpPr/>
          <p:nvPr/>
        </p:nvSpPr>
        <p:spPr>
          <a:xfrm>
            <a:off x="360815" y="3375660"/>
            <a:ext cx="5408085" cy="1080566"/>
          </a:xfrm>
          <a:prstGeom prst="rect">
            <a:avLst/>
          </a:prstGeom>
          <a:solidFill>
            <a:srgbClr val="FFF2D7"/>
          </a:solidFill>
          <a:ln w="12700">
            <a:solidFill>
              <a:srgbClr val="E0A02A"/>
            </a:solidFill>
            <a:prstDash val="solid"/>
          </a:ln>
        </p:spPr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03A3AEC-9C86-B77B-52BB-653517E2AE62}"/>
              </a:ext>
            </a:extLst>
          </p:cNvPr>
          <p:cNvSpPr txBox="1"/>
          <p:nvPr/>
        </p:nvSpPr>
        <p:spPr>
          <a:xfrm>
            <a:off x="335280" y="803910"/>
            <a:ext cx="5410200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/>
              <a:t>Objective</a:t>
            </a:r>
            <a:endParaRPr lang="en-US" sz="1600" b="1">
              <a:ea typeface="Calibri"/>
              <a:cs typeface="Calibri"/>
            </a:endParaRPr>
          </a:p>
          <a:p>
            <a:r>
              <a:rPr lang="en-US" sz="1400"/>
              <a:t>Build a movie recommendation system that provides personalized movie suggestions using data serving techniques.</a:t>
            </a:r>
            <a:endParaRPr lang="en-US" sz="1400">
              <a:ea typeface="Calibri"/>
              <a:cs typeface="Calibri"/>
            </a:endParaRPr>
          </a:p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47DFDF-C053-6C8A-F9FA-16A352A323A1}"/>
              </a:ext>
            </a:extLst>
          </p:cNvPr>
          <p:cNvSpPr txBox="1"/>
          <p:nvPr/>
        </p:nvSpPr>
        <p:spPr>
          <a:xfrm>
            <a:off x="365760" y="2106930"/>
            <a:ext cx="4572000" cy="129266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/>
              <a:t>Dataset</a:t>
            </a:r>
            <a:endParaRPr lang="en-US" sz="1600" b="1">
              <a:ea typeface="Calibri"/>
              <a:cs typeface="Calibri"/>
            </a:endParaRPr>
          </a:p>
          <a:p>
            <a:pPr>
              <a:buFont typeface=""/>
              <a:buChar char="•"/>
            </a:pPr>
            <a:r>
              <a:rPr lang="en-US" sz="1400"/>
              <a:t>Movie metadata (title, genre, etc.)</a:t>
            </a:r>
            <a:endParaRPr lang="en-US" sz="1400">
              <a:ea typeface="Calibri"/>
              <a:cs typeface="Calibri"/>
            </a:endParaRPr>
          </a:p>
          <a:p>
            <a:pPr>
              <a:buFont typeface=""/>
              <a:buChar char="•"/>
            </a:pPr>
            <a:r>
              <a:rPr lang="en-US" sz="1400"/>
              <a:t>User ratings / interactions</a:t>
            </a:r>
            <a:endParaRPr lang="en-US" sz="1400">
              <a:ea typeface="Calibri"/>
              <a:cs typeface="Calibri"/>
            </a:endParaRPr>
          </a:p>
          <a:p>
            <a:pPr>
              <a:buFont typeface=""/>
              <a:buChar char="•"/>
            </a:pPr>
            <a:r>
              <a:rPr lang="en-US" sz="1400"/>
              <a:t>Public dataset (e.g., </a:t>
            </a:r>
            <a:r>
              <a:rPr lang="en-US" sz="1400" err="1"/>
              <a:t>MovieLens</a:t>
            </a:r>
            <a:r>
              <a:rPr lang="en-US" sz="1400"/>
              <a:t>)</a:t>
            </a:r>
            <a:endParaRPr lang="en-US" sz="1400">
              <a:ea typeface="Calibri"/>
              <a:cs typeface="Calibri"/>
            </a:endParaRPr>
          </a:p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F898FC5-2A28-A2E2-6EBB-DCB2D7494AF7}"/>
              </a:ext>
            </a:extLst>
          </p:cNvPr>
          <p:cNvSpPr txBox="1"/>
          <p:nvPr/>
        </p:nvSpPr>
        <p:spPr>
          <a:xfrm>
            <a:off x="358140" y="3463290"/>
            <a:ext cx="5410200" cy="126188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/>
              <a:t>Approach</a:t>
            </a:r>
            <a:endParaRPr lang="en-US" sz="1600" b="1">
              <a:ea typeface="Calibri"/>
              <a:cs typeface="Calibri"/>
            </a:endParaRPr>
          </a:p>
          <a:p>
            <a:pPr>
              <a:buFont typeface=""/>
              <a:buChar char="•"/>
            </a:pPr>
            <a:r>
              <a:rPr lang="en-US" sz="1400"/>
              <a:t>Preprocess and analyze movie-user data</a:t>
            </a:r>
            <a:endParaRPr lang="en-US" sz="1400">
              <a:ea typeface="Calibri"/>
              <a:cs typeface="Calibri"/>
            </a:endParaRPr>
          </a:p>
          <a:p>
            <a:pPr>
              <a:buFont typeface=""/>
              <a:buChar char="•"/>
            </a:pPr>
            <a:r>
              <a:rPr lang="en-US" sz="1400"/>
              <a:t>Build a recommendation model (e.g., collaborative filtering)</a:t>
            </a:r>
            <a:endParaRPr lang="en-US" sz="1400">
              <a:ea typeface="Calibri"/>
              <a:cs typeface="Calibri"/>
            </a:endParaRPr>
          </a:p>
          <a:p>
            <a:pPr>
              <a:buFont typeface=""/>
              <a:buChar char="•"/>
            </a:pPr>
            <a:r>
              <a:rPr lang="en-US" sz="1400"/>
              <a:t>Serve recommendations using a data serving framework (e.g., </a:t>
            </a:r>
            <a:r>
              <a:rPr lang="en-US" sz="1400" err="1"/>
              <a:t>FastAPI</a:t>
            </a:r>
            <a:r>
              <a:rPr lang="en-US" sz="1400"/>
              <a:t>)</a:t>
            </a:r>
            <a:endParaRPr lang="en-US" sz="1400">
              <a:ea typeface="Calibri"/>
              <a:cs typeface="Calibri"/>
            </a:endParaRPr>
          </a:p>
          <a:p>
            <a:pPr algn="ctr"/>
            <a:endParaRPr lang="en-US"/>
          </a:p>
        </p:txBody>
      </p:sp>
      <p:sp>
        <p:nvSpPr>
          <p:cNvPr id="19" name="Shape 4">
            <a:extLst>
              <a:ext uri="{FF2B5EF4-FFF2-40B4-BE49-F238E27FC236}">
                <a16:creationId xmlns:a16="http://schemas.microsoft.com/office/drawing/2014/main" id="{E5E3DD5E-CA13-22C2-AAD4-B851E2053648}"/>
              </a:ext>
            </a:extLst>
          </p:cNvPr>
          <p:cNvSpPr/>
          <p:nvPr/>
        </p:nvSpPr>
        <p:spPr>
          <a:xfrm>
            <a:off x="6631878" y="1077493"/>
            <a:ext cx="1485170" cy="340969"/>
          </a:xfrm>
          <a:prstGeom prst="rect">
            <a:avLst/>
          </a:prstGeom>
          <a:solidFill>
            <a:srgbClr val="F4F0E6"/>
          </a:solidFill>
          <a:ln w="12700">
            <a:solidFill>
              <a:srgbClr val="7A7569"/>
            </a:solidFill>
            <a:prstDash val="solid"/>
          </a:ln>
        </p:spPr>
        <p:txBody>
          <a:bodyPr lIns="91440" tIns="45720" rIns="91440" bIns="45720"/>
          <a:lstStyle/>
          <a:p>
            <a:pPr algn="ctr"/>
            <a:r>
              <a:rPr lang="en-US" sz="1600" b="1"/>
              <a:t>Movie Data</a:t>
            </a:r>
            <a:endParaRPr lang="en-US" sz="1600" b="1">
              <a:ea typeface="Calibri"/>
              <a:cs typeface="Calibri"/>
            </a:endParaRPr>
          </a:p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3040F80-7C83-B489-1244-5813E2D8617E}"/>
              </a:ext>
            </a:extLst>
          </p:cNvPr>
          <p:cNvSpPr txBox="1"/>
          <p:nvPr/>
        </p:nvSpPr>
        <p:spPr>
          <a:xfrm>
            <a:off x="5605197" y="2776121"/>
            <a:ext cx="2034540" cy="209288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sz="1600" b="1"/>
          </a:p>
          <a:p>
            <a:r>
              <a:rPr lang="en-US" sz="1600"/>
              <a:t>        </a:t>
            </a:r>
            <a:endParaRPr lang="en-US" sz="1600">
              <a:ea typeface="Calibri"/>
              <a:cs typeface="Calibri"/>
            </a:endParaRPr>
          </a:p>
          <a:p>
            <a:endParaRPr lang="en-US" sz="1600"/>
          </a:p>
          <a:p>
            <a:endParaRPr lang="en-US" sz="1600" b="1"/>
          </a:p>
          <a:p>
            <a:r>
              <a:rPr lang="en-US" sz="1600"/>
              <a:t>         </a:t>
            </a:r>
            <a:endParaRPr lang="en-US" sz="1600">
              <a:ea typeface="Calibri"/>
              <a:cs typeface="Calibri"/>
            </a:endParaRPr>
          </a:p>
          <a:p>
            <a:endParaRPr lang="en-US" sz="1600"/>
          </a:p>
          <a:p>
            <a:r>
              <a:rPr lang="en-US" sz="1600"/>
              <a:t>         </a:t>
            </a:r>
            <a:endParaRPr lang="en-US" sz="1600">
              <a:ea typeface="Calibri"/>
              <a:cs typeface="Calibri"/>
            </a:endParaRPr>
          </a:p>
          <a:p>
            <a:pPr algn="ctr"/>
            <a:endParaRPr lang="en-US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036A5127-4C84-B10F-32FF-88B30E962740}"/>
              </a:ext>
            </a:extLst>
          </p:cNvPr>
          <p:cNvSpPr/>
          <p:nvPr/>
        </p:nvSpPr>
        <p:spPr>
          <a:xfrm>
            <a:off x="6041402" y="1749601"/>
            <a:ext cx="2666125" cy="333084"/>
          </a:xfrm>
          <a:prstGeom prst="rect">
            <a:avLst/>
          </a:prstGeom>
          <a:solidFill>
            <a:srgbClr val="F4F0E6"/>
          </a:solidFill>
          <a:ln w="12700">
            <a:solidFill>
              <a:srgbClr val="7A7569"/>
            </a:solidFill>
            <a:prstDash val="solid"/>
          </a:ln>
        </p:spPr>
        <p:txBody>
          <a:bodyPr lIns="91440" tIns="45720" rIns="91440" bIns="45720"/>
          <a:lstStyle/>
          <a:p>
            <a:pPr algn="ctr"/>
            <a:r>
              <a:rPr lang="en-US" sz="1600" b="1"/>
              <a:t>Recommendation Model</a:t>
            </a:r>
            <a:endParaRPr lang="en-US" sz="1600" b="1">
              <a:ea typeface="Calibri"/>
              <a:cs typeface="Calibri"/>
            </a:endParaRPr>
          </a:p>
          <a:p>
            <a:pPr algn="ctr"/>
            <a:endParaRPr lang="en-IN"/>
          </a:p>
        </p:txBody>
      </p:sp>
      <p:sp>
        <p:nvSpPr>
          <p:cNvPr id="14" name="Shape 4">
            <a:extLst>
              <a:ext uri="{FF2B5EF4-FFF2-40B4-BE49-F238E27FC236}">
                <a16:creationId xmlns:a16="http://schemas.microsoft.com/office/drawing/2014/main" id="{2E09E03F-F54C-FB24-D2C6-55A5AA7CDE46}"/>
              </a:ext>
            </a:extLst>
          </p:cNvPr>
          <p:cNvSpPr/>
          <p:nvPr/>
        </p:nvSpPr>
        <p:spPr>
          <a:xfrm>
            <a:off x="6365178" y="2434791"/>
            <a:ext cx="2018570" cy="321309"/>
          </a:xfrm>
          <a:prstGeom prst="rect">
            <a:avLst/>
          </a:prstGeom>
          <a:solidFill>
            <a:srgbClr val="F4F0E6"/>
          </a:solidFill>
          <a:ln w="12700">
            <a:solidFill>
              <a:srgbClr val="7A7569"/>
            </a:solidFill>
            <a:prstDash val="solid"/>
          </a:ln>
        </p:spPr>
        <p:txBody>
          <a:bodyPr/>
          <a:lstStyle/>
          <a:p>
            <a:pPr algn="ctr"/>
            <a:r>
              <a:rPr lang="en-US" sz="1600" b="1"/>
              <a:t>Data Serving (API)</a:t>
            </a:r>
            <a:endParaRPr lang="en-US" sz="1600" b="1">
              <a:ea typeface="Calibri"/>
              <a:cs typeface="Calibri"/>
            </a:endParaRPr>
          </a:p>
          <a:p>
            <a:pPr algn="ctr"/>
            <a:endParaRPr lang="en-IN" sz="1600"/>
          </a:p>
        </p:txBody>
      </p:sp>
      <p:sp>
        <p:nvSpPr>
          <p:cNvPr id="18" name="Shape 4">
            <a:extLst>
              <a:ext uri="{FF2B5EF4-FFF2-40B4-BE49-F238E27FC236}">
                <a16:creationId xmlns:a16="http://schemas.microsoft.com/office/drawing/2014/main" id="{ABA7D31A-568D-278C-7010-F62D389C7E14}"/>
              </a:ext>
            </a:extLst>
          </p:cNvPr>
          <p:cNvSpPr/>
          <p:nvPr/>
        </p:nvSpPr>
        <p:spPr>
          <a:xfrm>
            <a:off x="5878191" y="3063740"/>
            <a:ext cx="2992543" cy="365416"/>
          </a:xfrm>
          <a:prstGeom prst="rect">
            <a:avLst/>
          </a:prstGeom>
          <a:solidFill>
            <a:srgbClr val="F4F0E6"/>
          </a:solidFill>
          <a:ln w="12700">
            <a:solidFill>
              <a:srgbClr val="7A7569"/>
            </a:solidFill>
            <a:prstDash val="solid"/>
          </a:ln>
        </p:spPr>
        <p:txBody>
          <a:bodyPr/>
          <a:lstStyle/>
          <a:p>
            <a:pPr algn="ctr"/>
            <a:r>
              <a:rPr lang="en-US" sz="1600" b="1"/>
              <a:t>Personalized Recommendations</a:t>
            </a:r>
            <a:endParaRPr lang="en-US" sz="1600" b="1">
              <a:ea typeface="Calibri"/>
              <a:cs typeface="Calibri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4335008-82BA-0007-357D-72FB7CE513C8}"/>
              </a:ext>
            </a:extLst>
          </p:cNvPr>
          <p:cNvCxnSpPr>
            <a:cxnSpLocks/>
            <a:stCxn id="19" idx="2"/>
            <a:endCxn id="6" idx="0"/>
          </p:cNvCxnSpPr>
          <p:nvPr/>
        </p:nvCxnSpPr>
        <p:spPr>
          <a:xfrm>
            <a:off x="7374463" y="1418462"/>
            <a:ext cx="2" cy="33113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D8F6817-DA2D-4FA7-CF41-D51489349D50}"/>
              </a:ext>
            </a:extLst>
          </p:cNvPr>
          <p:cNvCxnSpPr>
            <a:cxnSpLocks/>
            <a:stCxn id="6" idx="2"/>
            <a:endCxn id="14" idx="0"/>
          </p:cNvCxnSpPr>
          <p:nvPr/>
        </p:nvCxnSpPr>
        <p:spPr>
          <a:xfrm flipH="1">
            <a:off x="7374463" y="2082685"/>
            <a:ext cx="2" cy="3521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99BC3ED-9F89-BFFA-4494-F136DAC5F184}"/>
              </a:ext>
            </a:extLst>
          </p:cNvPr>
          <p:cNvCxnSpPr>
            <a:cxnSpLocks/>
            <a:stCxn id="14" idx="2"/>
            <a:endCxn id="18" idx="0"/>
          </p:cNvCxnSpPr>
          <p:nvPr/>
        </p:nvCxnSpPr>
        <p:spPr>
          <a:xfrm>
            <a:off x="7374463" y="2756100"/>
            <a:ext cx="0" cy="30764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Shape 3">
            <a:extLst>
              <a:ext uri="{FF2B5EF4-FFF2-40B4-BE49-F238E27FC236}">
                <a16:creationId xmlns:a16="http://schemas.microsoft.com/office/drawing/2014/main" id="{7981B66B-86E9-18EF-1C96-C62E7E0EF4E3}"/>
              </a:ext>
            </a:extLst>
          </p:cNvPr>
          <p:cNvSpPr/>
          <p:nvPr/>
        </p:nvSpPr>
        <p:spPr>
          <a:xfrm>
            <a:off x="339969" y="4692452"/>
            <a:ext cx="8674491" cy="351988"/>
          </a:xfrm>
          <a:prstGeom prst="roundRect">
            <a:avLst>
              <a:gd name="adj" fmla="val 13333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377A86A-9EF2-DD6B-4920-411EFB3D9EC2}"/>
              </a:ext>
            </a:extLst>
          </p:cNvPr>
          <p:cNvSpPr txBox="1"/>
          <p:nvPr/>
        </p:nvSpPr>
        <p:spPr>
          <a:xfrm>
            <a:off x="342900" y="4735830"/>
            <a:ext cx="9083040" cy="62317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>
                <a:solidFill>
                  <a:schemeClr val="bg1"/>
                </a:solidFill>
              </a:rPr>
              <a:t>Use data serving to deliver real-time, personalized movie recommendations based on user preferences.</a:t>
            </a:r>
            <a:endParaRPr lang="en-US" sz="1600">
              <a:solidFill>
                <a:schemeClr val="bg1"/>
              </a:solidFill>
              <a:ea typeface="Calibri"/>
              <a:cs typeface="Calibri"/>
            </a:endParaRP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3530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EAF6CB-E93B-2393-F4D1-513C70860F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5394529C-781E-A5FC-4AB1-0362881B62CF}"/>
              </a:ext>
            </a:extLst>
          </p:cNvPr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25A1C"/>
          </a:solidFill>
          <a:ln w="12700">
            <a:solidFill>
              <a:srgbClr val="E25A1C"/>
            </a:solidFill>
            <a:prstDash val="solid"/>
          </a:ln>
        </p:spPr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D53C30-6536-5302-DEAE-70F3AF0744DC}"/>
              </a:ext>
            </a:extLst>
          </p:cNvPr>
          <p:cNvSpPr txBox="1"/>
          <p:nvPr/>
        </p:nvSpPr>
        <p:spPr>
          <a:xfrm>
            <a:off x="341580" y="72456"/>
            <a:ext cx="8529154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IN" sz="2800" b="1"/>
              <a:t>System Architecture</a:t>
            </a:r>
            <a:endParaRPr lang="en-US" sz="2800" b="1">
              <a:ea typeface="Calibri"/>
              <a:cs typeface="Calibri"/>
            </a:endParaRPr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2809AC41-DCEF-5AF4-C597-1D2424881000}"/>
              </a:ext>
            </a:extLst>
          </p:cNvPr>
          <p:cNvSpPr/>
          <p:nvPr/>
        </p:nvSpPr>
        <p:spPr>
          <a:xfrm>
            <a:off x="341580" y="763344"/>
            <a:ext cx="3639577" cy="4153314"/>
          </a:xfrm>
          <a:prstGeom prst="roundRect">
            <a:avLst>
              <a:gd name="adj" fmla="val 3386"/>
            </a:avLst>
          </a:prstGeom>
          <a:solidFill>
            <a:srgbClr val="F4EEFF"/>
          </a:solidFill>
          <a:ln w="12700">
            <a:solidFill>
              <a:srgbClr val="D5C3F0"/>
            </a:solidFill>
            <a:prstDash val="solid"/>
          </a:ln>
        </p:spPr>
        <p:txBody>
          <a:bodyPr/>
          <a:lstStyle/>
          <a:p>
            <a:pPr>
              <a:spcAft>
                <a:spcPts val="600"/>
              </a:spcAft>
            </a:pPr>
            <a:r>
              <a:rPr lang="en-IN" sz="2000" b="1"/>
              <a:t>Components</a:t>
            </a:r>
          </a:p>
          <a:p>
            <a:r>
              <a:rPr lang="en-IN" sz="1600" b="1"/>
              <a:t>User</a:t>
            </a:r>
          </a:p>
          <a:p>
            <a:pPr lvl="0"/>
            <a:r>
              <a:rPr lang="en-IN" sz="1400"/>
              <a:t>Requests movie recommendations.</a:t>
            </a:r>
          </a:p>
          <a:p>
            <a:pPr lvl="0"/>
            <a:r>
              <a:rPr lang="en-IN" sz="1400"/>
              <a:t>Interacts through the web interface.</a:t>
            </a:r>
          </a:p>
          <a:p>
            <a:r>
              <a:rPr lang="en-IN" sz="1600" b="1"/>
              <a:t>Frontend (Web Interface)</a:t>
            </a:r>
          </a:p>
          <a:p>
            <a:pPr lvl="0"/>
            <a:r>
              <a:rPr lang="en-IN" sz="1400"/>
              <a:t>Displays movie posters and recommendations.</a:t>
            </a:r>
          </a:p>
          <a:p>
            <a:pPr lvl="0"/>
            <a:r>
              <a:rPr lang="en-IN" sz="1400"/>
              <a:t>Sends requests to the backend.</a:t>
            </a:r>
          </a:p>
          <a:p>
            <a:r>
              <a:rPr lang="en-IN" sz="1600" b="1" err="1"/>
              <a:t>FastAPI</a:t>
            </a:r>
            <a:r>
              <a:rPr lang="en-IN" sz="1600" b="1"/>
              <a:t> Server</a:t>
            </a:r>
          </a:p>
          <a:p>
            <a:pPr lvl="0"/>
            <a:r>
              <a:rPr lang="en-IN" sz="1400"/>
              <a:t>Handles recommendation requests.</a:t>
            </a:r>
          </a:p>
          <a:p>
            <a:pPr lvl="0"/>
            <a:r>
              <a:rPr lang="en-IN" sz="1400"/>
              <a:t>Communicates with the ML model.</a:t>
            </a:r>
          </a:p>
          <a:p>
            <a:r>
              <a:rPr lang="en-IN" sz="1600" b="1"/>
              <a:t>Recommendation Engine</a:t>
            </a:r>
          </a:p>
          <a:p>
            <a:pPr lvl="0"/>
            <a:r>
              <a:rPr lang="en-IN" sz="1400"/>
              <a:t>Generates personalized recommendations.</a:t>
            </a:r>
          </a:p>
          <a:p>
            <a:pPr lvl="0"/>
            <a:r>
              <a:rPr lang="en-IN" sz="1400"/>
              <a:t>Uses collaborative filtering techniques.</a:t>
            </a:r>
          </a:p>
          <a:p>
            <a:r>
              <a:rPr lang="en-IN" sz="1600" b="1"/>
              <a:t>Movie Dataset</a:t>
            </a:r>
          </a:p>
          <a:p>
            <a:pPr lvl="0"/>
            <a:r>
              <a:rPr lang="en-IN" sz="1400"/>
              <a:t>Stores movie metadata and user ratings.</a:t>
            </a:r>
          </a:p>
          <a:p>
            <a:pPr lvl="0"/>
            <a:r>
              <a:rPr lang="en-IN" sz="1400"/>
              <a:t>Provides data for model training.</a:t>
            </a:r>
          </a:p>
          <a:p>
            <a:endParaRPr lang="en-IN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A550E93D-5168-FCBE-DC77-04D067CB05A3}"/>
              </a:ext>
            </a:extLst>
          </p:cNvPr>
          <p:cNvSpPr/>
          <p:nvPr/>
        </p:nvSpPr>
        <p:spPr>
          <a:xfrm>
            <a:off x="4158144" y="763344"/>
            <a:ext cx="4712589" cy="4153314"/>
          </a:xfrm>
          <a:prstGeom prst="roundRect">
            <a:avLst>
              <a:gd name="adj" fmla="val 3662"/>
            </a:avLst>
          </a:prstGeom>
          <a:solidFill>
            <a:srgbClr val="F4F0E6"/>
          </a:solidFill>
          <a:ln w="12700">
            <a:solidFill>
              <a:srgbClr val="7A7569"/>
            </a:solidFill>
            <a:prstDash val="solid"/>
          </a:ln>
        </p:spPr>
        <p:txBody>
          <a:bodyPr/>
          <a:lstStyle/>
          <a:p>
            <a:r>
              <a:rPr lang="en-IN" sz="2000" b="1"/>
              <a:t>System Flow</a:t>
            </a:r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88121DBC-1BC5-CE1B-78EB-438AC513C265}"/>
              </a:ext>
            </a:extLst>
          </p:cNvPr>
          <p:cNvSpPr/>
          <p:nvPr/>
        </p:nvSpPr>
        <p:spPr>
          <a:xfrm>
            <a:off x="5404393" y="1173610"/>
            <a:ext cx="2220089" cy="439361"/>
          </a:xfrm>
          <a:prstGeom prst="rect">
            <a:avLst/>
          </a:prstGeom>
          <a:solidFill>
            <a:srgbClr val="EEF0FF">
              <a:alpha val="99000"/>
            </a:srgbClr>
          </a:solidFill>
          <a:ln w="12700">
            <a:solidFill>
              <a:srgbClr val="8588EA"/>
            </a:solidFill>
            <a:prstDash val="solid"/>
          </a:ln>
        </p:spPr>
        <p:txBody>
          <a:bodyPr/>
          <a:lstStyle/>
          <a:p>
            <a:pPr algn="ctr"/>
            <a:r>
              <a:rPr lang="en-IN" sz="1400" b="1"/>
              <a:t>User</a:t>
            </a:r>
          </a:p>
          <a:p>
            <a:pPr algn="ctr"/>
            <a:r>
              <a:rPr lang="en-IN" sz="1100" i="1"/>
              <a:t>Requests recommendations</a:t>
            </a:r>
            <a:endParaRPr lang="en-IN" sz="1100"/>
          </a:p>
          <a:p>
            <a:endParaRPr lang="en-IN"/>
          </a:p>
        </p:txBody>
      </p:sp>
      <p:sp>
        <p:nvSpPr>
          <p:cNvPr id="14" name="Shape 9">
            <a:extLst>
              <a:ext uri="{FF2B5EF4-FFF2-40B4-BE49-F238E27FC236}">
                <a16:creationId xmlns:a16="http://schemas.microsoft.com/office/drawing/2014/main" id="{00C9BDDA-0BBC-02C5-FE76-B76774D3CFFE}"/>
              </a:ext>
            </a:extLst>
          </p:cNvPr>
          <p:cNvSpPr/>
          <p:nvPr/>
        </p:nvSpPr>
        <p:spPr>
          <a:xfrm>
            <a:off x="5123544" y="1772523"/>
            <a:ext cx="2781783" cy="439361"/>
          </a:xfrm>
          <a:prstGeom prst="rect">
            <a:avLst/>
          </a:prstGeom>
          <a:solidFill>
            <a:srgbClr val="EEF0FF">
              <a:alpha val="99000"/>
            </a:srgbClr>
          </a:solidFill>
          <a:ln w="12700">
            <a:solidFill>
              <a:srgbClr val="8588EA"/>
            </a:solidFill>
            <a:prstDash val="solid"/>
          </a:ln>
        </p:spPr>
        <p:txBody>
          <a:bodyPr/>
          <a:lstStyle/>
          <a:p>
            <a:pPr algn="ctr"/>
            <a:r>
              <a:rPr lang="en-IN" sz="1400" b="1"/>
              <a:t>Frontend</a:t>
            </a:r>
          </a:p>
          <a:p>
            <a:pPr algn="ctr"/>
            <a:r>
              <a:rPr lang="en-IN" sz="1100" i="1"/>
              <a:t>Web interface (React/HTML) Sends request</a:t>
            </a:r>
            <a:endParaRPr lang="en-IN" sz="1400"/>
          </a:p>
        </p:txBody>
      </p:sp>
      <p:sp>
        <p:nvSpPr>
          <p:cNvPr id="16" name="Shape 9">
            <a:extLst>
              <a:ext uri="{FF2B5EF4-FFF2-40B4-BE49-F238E27FC236}">
                <a16:creationId xmlns:a16="http://schemas.microsoft.com/office/drawing/2014/main" id="{8501D9AB-5C72-0744-2B9E-1836D47323E6}"/>
              </a:ext>
            </a:extLst>
          </p:cNvPr>
          <p:cNvSpPr/>
          <p:nvPr/>
        </p:nvSpPr>
        <p:spPr>
          <a:xfrm>
            <a:off x="5791402" y="2379552"/>
            <a:ext cx="1446068" cy="439361"/>
          </a:xfrm>
          <a:prstGeom prst="rect">
            <a:avLst/>
          </a:prstGeom>
          <a:solidFill>
            <a:srgbClr val="EEF0FF">
              <a:alpha val="99000"/>
            </a:srgbClr>
          </a:solidFill>
          <a:ln w="12700">
            <a:solidFill>
              <a:srgbClr val="8588EA"/>
            </a:solidFill>
            <a:prstDash val="solid"/>
          </a:ln>
        </p:spPr>
        <p:txBody>
          <a:bodyPr/>
          <a:lstStyle/>
          <a:p>
            <a:pPr algn="ctr"/>
            <a:r>
              <a:rPr lang="en-IN" sz="1400" b="1" err="1"/>
              <a:t>FastAPI</a:t>
            </a:r>
            <a:r>
              <a:rPr lang="en-IN" sz="1400" b="1"/>
              <a:t> Server</a:t>
            </a:r>
          </a:p>
          <a:p>
            <a:pPr algn="ctr"/>
            <a:r>
              <a:rPr lang="en-IN" sz="1100" i="1"/>
              <a:t>Handles API requests</a:t>
            </a:r>
            <a:endParaRPr lang="en-IN" sz="1400"/>
          </a:p>
        </p:txBody>
      </p:sp>
      <p:sp>
        <p:nvSpPr>
          <p:cNvPr id="18" name="Shape 9">
            <a:extLst>
              <a:ext uri="{FF2B5EF4-FFF2-40B4-BE49-F238E27FC236}">
                <a16:creationId xmlns:a16="http://schemas.microsoft.com/office/drawing/2014/main" id="{809CBE54-C012-D517-5632-2A7E37E0E00B}"/>
              </a:ext>
            </a:extLst>
          </p:cNvPr>
          <p:cNvSpPr/>
          <p:nvPr/>
        </p:nvSpPr>
        <p:spPr>
          <a:xfrm>
            <a:off x="5415873" y="2978465"/>
            <a:ext cx="2234216" cy="439361"/>
          </a:xfrm>
          <a:prstGeom prst="rect">
            <a:avLst/>
          </a:prstGeom>
          <a:solidFill>
            <a:srgbClr val="EEF0FF">
              <a:alpha val="99000"/>
            </a:srgbClr>
          </a:solidFill>
          <a:ln w="12700">
            <a:solidFill>
              <a:srgbClr val="8588EA"/>
            </a:solidFill>
            <a:prstDash val="solid"/>
          </a:ln>
        </p:spPr>
        <p:txBody>
          <a:bodyPr/>
          <a:lstStyle/>
          <a:p>
            <a:pPr algn="ctr"/>
            <a:r>
              <a:rPr lang="en-IN" sz="1400" b="1"/>
              <a:t>Recommendation Engine</a:t>
            </a:r>
          </a:p>
          <a:p>
            <a:pPr algn="ctr"/>
            <a:r>
              <a:rPr lang="en-IN" sz="1200" i="1"/>
              <a:t>Collaborative filtering model</a:t>
            </a:r>
            <a:endParaRPr lang="en-IN" sz="1200"/>
          </a:p>
        </p:txBody>
      </p:sp>
      <p:sp>
        <p:nvSpPr>
          <p:cNvPr id="5" name="Shape 9">
            <a:extLst>
              <a:ext uri="{FF2B5EF4-FFF2-40B4-BE49-F238E27FC236}">
                <a16:creationId xmlns:a16="http://schemas.microsoft.com/office/drawing/2014/main" id="{D7377376-6C41-07A7-76C1-98577C1A2FB2}"/>
              </a:ext>
            </a:extLst>
          </p:cNvPr>
          <p:cNvSpPr/>
          <p:nvPr/>
        </p:nvSpPr>
        <p:spPr>
          <a:xfrm>
            <a:off x="5397328" y="3585494"/>
            <a:ext cx="2234216" cy="439361"/>
          </a:xfrm>
          <a:prstGeom prst="rect">
            <a:avLst/>
          </a:prstGeom>
          <a:solidFill>
            <a:srgbClr val="EEF0FF">
              <a:alpha val="99000"/>
            </a:srgbClr>
          </a:solidFill>
          <a:ln w="12700">
            <a:solidFill>
              <a:srgbClr val="8588EA"/>
            </a:solidFill>
            <a:prstDash val="solid"/>
          </a:ln>
        </p:spPr>
        <p:txBody>
          <a:bodyPr/>
          <a:lstStyle/>
          <a:p>
            <a:pPr algn="ctr"/>
            <a:r>
              <a:rPr lang="en-IN" sz="1400" b="1"/>
              <a:t>Movie Dataset</a:t>
            </a:r>
          </a:p>
          <a:p>
            <a:pPr algn="ctr"/>
            <a:r>
              <a:rPr lang="en-IN" sz="1200" i="1"/>
              <a:t>Movie metadata &amp; user ratings</a:t>
            </a:r>
            <a:endParaRPr lang="en-IN" sz="1200"/>
          </a:p>
        </p:txBody>
      </p:sp>
      <p:sp>
        <p:nvSpPr>
          <p:cNvPr id="8" name="Shape 9">
            <a:extLst>
              <a:ext uri="{FF2B5EF4-FFF2-40B4-BE49-F238E27FC236}">
                <a16:creationId xmlns:a16="http://schemas.microsoft.com/office/drawing/2014/main" id="{06BAC3BD-7646-020D-51E2-1D8FDA6E0AC1}"/>
              </a:ext>
            </a:extLst>
          </p:cNvPr>
          <p:cNvSpPr/>
          <p:nvPr/>
        </p:nvSpPr>
        <p:spPr>
          <a:xfrm>
            <a:off x="5404393" y="4192523"/>
            <a:ext cx="2234216" cy="439361"/>
          </a:xfrm>
          <a:prstGeom prst="rect">
            <a:avLst/>
          </a:prstGeom>
          <a:solidFill>
            <a:srgbClr val="EEF0FF">
              <a:alpha val="99000"/>
            </a:srgbClr>
          </a:solidFill>
          <a:ln w="12700">
            <a:solidFill>
              <a:srgbClr val="8588EA"/>
            </a:solidFill>
            <a:prstDash val="solid"/>
          </a:ln>
        </p:spPr>
        <p:txBody>
          <a:bodyPr/>
          <a:lstStyle/>
          <a:p>
            <a:pPr algn="ctr"/>
            <a:r>
              <a:rPr lang="en-IN" sz="1400" b="1"/>
              <a:t>Recommended Movies</a:t>
            </a:r>
          </a:p>
          <a:p>
            <a:pPr algn="ctr"/>
            <a:r>
              <a:rPr lang="en-IN" sz="1100" i="1"/>
              <a:t>Personalized recommendations</a:t>
            </a:r>
            <a:endParaRPr lang="en-IN" sz="110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FD939DF-E8DE-7500-6C8E-99AC6C521652}"/>
              </a:ext>
            </a:extLst>
          </p:cNvPr>
          <p:cNvCxnSpPr>
            <a:stCxn id="12" idx="2"/>
            <a:endCxn id="14" idx="0"/>
          </p:cNvCxnSpPr>
          <p:nvPr/>
        </p:nvCxnSpPr>
        <p:spPr>
          <a:xfrm flipH="1">
            <a:off x="6514436" y="1612971"/>
            <a:ext cx="2" cy="15955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BF4D15A-2CD2-D73E-0A4B-C1BF50B45157}"/>
              </a:ext>
            </a:extLst>
          </p:cNvPr>
          <p:cNvCxnSpPr/>
          <p:nvPr/>
        </p:nvCxnSpPr>
        <p:spPr>
          <a:xfrm flipH="1">
            <a:off x="6532981" y="2228116"/>
            <a:ext cx="2" cy="15955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EE3D87A-C907-2D22-40E6-D1335984E6FF}"/>
              </a:ext>
            </a:extLst>
          </p:cNvPr>
          <p:cNvCxnSpPr/>
          <p:nvPr/>
        </p:nvCxnSpPr>
        <p:spPr>
          <a:xfrm flipH="1">
            <a:off x="6532981" y="2810797"/>
            <a:ext cx="2" cy="15955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C35328B-CBA4-FA70-373A-875C7F71B69B}"/>
              </a:ext>
            </a:extLst>
          </p:cNvPr>
          <p:cNvCxnSpPr/>
          <p:nvPr/>
        </p:nvCxnSpPr>
        <p:spPr>
          <a:xfrm flipH="1">
            <a:off x="6532981" y="3417826"/>
            <a:ext cx="2" cy="15955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B3A2C81-31F8-FDE3-3647-5667D92CCD6A}"/>
              </a:ext>
            </a:extLst>
          </p:cNvPr>
          <p:cNvCxnSpPr/>
          <p:nvPr/>
        </p:nvCxnSpPr>
        <p:spPr>
          <a:xfrm flipH="1">
            <a:off x="6521501" y="4024855"/>
            <a:ext cx="2" cy="15955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69372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7D0637-EB74-3F39-8DE7-CA42D7E22F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CAAE5A62-D89E-3C69-28BF-E08B8BD2549E}"/>
              </a:ext>
            </a:extLst>
          </p:cNvPr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25A1C"/>
          </a:solidFill>
          <a:ln w="12700">
            <a:solidFill>
              <a:srgbClr val="E25A1C"/>
            </a:solidFill>
            <a:prstDash val="solid"/>
          </a:ln>
        </p:spPr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1E2324-C0DE-69A4-7B4D-2CD99AA232FD}"/>
              </a:ext>
            </a:extLst>
          </p:cNvPr>
          <p:cNvSpPr txBox="1"/>
          <p:nvPr/>
        </p:nvSpPr>
        <p:spPr>
          <a:xfrm>
            <a:off x="341580" y="72456"/>
            <a:ext cx="8529154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IN" sz="2800" b="1"/>
              <a:t>Dataset and Data Preparation</a:t>
            </a:r>
            <a:endParaRPr lang="en-US" sz="2800" b="1">
              <a:ea typeface="Calibri"/>
              <a:cs typeface="Calibri"/>
            </a:endParaRPr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A1A6B7B2-99E4-2004-59D8-F2DD39CF51CF}"/>
              </a:ext>
            </a:extLst>
          </p:cNvPr>
          <p:cNvSpPr/>
          <p:nvPr/>
        </p:nvSpPr>
        <p:spPr>
          <a:xfrm>
            <a:off x="341579" y="595676"/>
            <a:ext cx="3918187" cy="1614949"/>
          </a:xfrm>
          <a:prstGeom prst="roundRect">
            <a:avLst>
              <a:gd name="adj" fmla="val 3397"/>
            </a:avLst>
          </a:prstGeom>
          <a:solidFill>
            <a:srgbClr val="EFF9E9"/>
          </a:solidFill>
          <a:ln w="12700">
            <a:solidFill>
              <a:srgbClr val="BFE3B9"/>
            </a:solidFill>
            <a:prstDash val="solid"/>
          </a:ln>
        </p:spPr>
        <p:txBody>
          <a:bodyPr/>
          <a:lstStyle/>
          <a:p>
            <a:r>
              <a:rPr lang="en-IN" sz="2000" b="1"/>
              <a:t>Dataset Used</a:t>
            </a:r>
          </a:p>
          <a:p>
            <a:r>
              <a:rPr lang="en-IN" sz="1600" b="1" err="1"/>
              <a:t>MovieLens</a:t>
            </a:r>
            <a:r>
              <a:rPr lang="en-IN" sz="1600" b="1"/>
              <a:t> Dataset</a:t>
            </a:r>
          </a:p>
          <a:p>
            <a:pPr lvl="0"/>
            <a:r>
              <a:rPr lang="en-IN" sz="1400"/>
              <a:t>Publicly available movie recommendation dataset.</a:t>
            </a:r>
          </a:p>
          <a:p>
            <a:pPr lvl="0"/>
            <a:r>
              <a:rPr lang="en-IN" sz="1400"/>
              <a:t>Contains movie information and user ratings.</a:t>
            </a:r>
          </a:p>
          <a:p>
            <a:pPr lvl="0"/>
            <a:r>
              <a:rPr lang="en-IN" sz="1400"/>
              <a:t>Widely used for recommendation system research.</a:t>
            </a:r>
          </a:p>
          <a:p>
            <a:pPr lvl="0"/>
            <a:r>
              <a:rPr lang="en-IN" sz="1400"/>
              <a:t>Suitable for collaborative filtering models.</a:t>
            </a:r>
          </a:p>
          <a:p>
            <a:endParaRPr lang="en-IN"/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718C5EF9-438B-44DD-BBBF-29BC52B3BA09}"/>
              </a:ext>
            </a:extLst>
          </p:cNvPr>
          <p:cNvSpPr/>
          <p:nvPr/>
        </p:nvSpPr>
        <p:spPr>
          <a:xfrm>
            <a:off x="341579" y="2302967"/>
            <a:ext cx="3918186" cy="1406672"/>
          </a:xfrm>
          <a:prstGeom prst="roundRect">
            <a:avLst>
              <a:gd name="adj" fmla="val 2867"/>
            </a:avLst>
          </a:prstGeom>
          <a:solidFill>
            <a:srgbClr val="FFF3F3"/>
          </a:solidFill>
          <a:ln w="12700">
            <a:solidFill>
              <a:srgbClr val="F4CACA"/>
            </a:solidFill>
            <a:prstDash val="solid"/>
          </a:ln>
        </p:spPr>
        <p:txBody>
          <a:bodyPr/>
          <a:lstStyle/>
          <a:p>
            <a:r>
              <a:rPr lang="en-IN" b="1"/>
              <a:t>Dataset Components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A466CA-C579-15EC-A89C-1FFC13495D76}"/>
              </a:ext>
            </a:extLst>
          </p:cNvPr>
          <p:cNvSpPr txBox="1"/>
          <p:nvPr/>
        </p:nvSpPr>
        <p:spPr>
          <a:xfrm>
            <a:off x="445657" y="2571750"/>
            <a:ext cx="1642946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/>
              <a:t>Movies Data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/>
              <a:t>Movie ID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/>
              <a:t>Title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/>
              <a:t>Genres</a:t>
            </a:r>
          </a:p>
          <a:p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7F554BA-EA2D-85E8-C835-8E7814294928}"/>
              </a:ext>
            </a:extLst>
          </p:cNvPr>
          <p:cNvSpPr txBox="1"/>
          <p:nvPr/>
        </p:nvSpPr>
        <p:spPr>
          <a:xfrm>
            <a:off x="2192681" y="2571750"/>
            <a:ext cx="164294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/>
              <a:t>Ratings Data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/>
              <a:t>User ID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/>
              <a:t>Movie ID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/>
              <a:t>Rating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/>
              <a:t>Timestamp</a:t>
            </a:r>
          </a:p>
        </p:txBody>
      </p:sp>
      <p:sp>
        <p:nvSpPr>
          <p:cNvPr id="13" name="Shape 12">
            <a:extLst>
              <a:ext uri="{FF2B5EF4-FFF2-40B4-BE49-F238E27FC236}">
                <a16:creationId xmlns:a16="http://schemas.microsoft.com/office/drawing/2014/main" id="{95FB0F4B-04C2-C491-66B7-F9E864F8A7AE}"/>
              </a:ext>
            </a:extLst>
          </p:cNvPr>
          <p:cNvSpPr/>
          <p:nvPr/>
        </p:nvSpPr>
        <p:spPr>
          <a:xfrm>
            <a:off x="341579" y="3772079"/>
            <a:ext cx="3918186" cy="1298965"/>
          </a:xfrm>
          <a:prstGeom prst="rect">
            <a:avLst/>
          </a:prstGeom>
          <a:solidFill>
            <a:srgbClr val="EEF0FF"/>
          </a:solidFill>
          <a:ln w="12700">
            <a:solidFill>
              <a:srgbClr val="8588EA"/>
            </a:solidFill>
            <a:prstDash val="solid"/>
          </a:ln>
        </p:spPr>
        <p:txBody>
          <a:bodyPr/>
          <a:lstStyle/>
          <a:p>
            <a:r>
              <a:rPr lang="en-IN" b="1"/>
              <a:t>Data Preparation Steps</a:t>
            </a:r>
          </a:p>
          <a:p>
            <a:r>
              <a:rPr lang="en-IN" sz="1300" b="1"/>
              <a:t>Step 1:</a:t>
            </a:r>
            <a:r>
              <a:rPr lang="en-IN" sz="1300"/>
              <a:t>Clean missing or duplicate records.</a:t>
            </a:r>
          </a:p>
          <a:p>
            <a:r>
              <a:rPr lang="en-IN" sz="1300" b="1"/>
              <a:t>Step 2:</a:t>
            </a:r>
            <a:r>
              <a:rPr lang="en-IN" sz="1300"/>
              <a:t>Merge movie and rating datasets.</a:t>
            </a:r>
          </a:p>
          <a:p>
            <a:r>
              <a:rPr lang="en-IN" sz="1300" b="1"/>
              <a:t>Step 3:</a:t>
            </a:r>
            <a:r>
              <a:rPr lang="en-IN" sz="1300"/>
              <a:t>Create User–Movie Interaction Matrix.</a:t>
            </a:r>
          </a:p>
          <a:p>
            <a:r>
              <a:rPr lang="en-IN" sz="1300" b="1"/>
              <a:t>Step 4:</a:t>
            </a:r>
            <a:r>
              <a:rPr lang="en-IN" sz="1300"/>
              <a:t>Prepare data for recommendation model training.</a:t>
            </a:r>
          </a:p>
          <a:p>
            <a:endParaRPr lang="en-IN"/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E3A238C3-4552-BACF-FA13-9F8CE73E03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1171811"/>
              </p:ext>
            </p:extLst>
          </p:nvPr>
        </p:nvGraphicFramePr>
        <p:xfrm>
          <a:off x="4436752" y="858315"/>
          <a:ext cx="4569842" cy="1219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72681">
                  <a:extLst>
                    <a:ext uri="{9D8B030D-6E8A-4147-A177-3AD203B41FA5}">
                      <a16:colId xmlns:a16="http://schemas.microsoft.com/office/drawing/2014/main" val="63966990"/>
                    </a:ext>
                  </a:extLst>
                </a:gridCol>
                <a:gridCol w="2044319">
                  <a:extLst>
                    <a:ext uri="{9D8B030D-6E8A-4147-A177-3AD203B41FA5}">
                      <a16:colId xmlns:a16="http://schemas.microsoft.com/office/drawing/2014/main" val="636131440"/>
                    </a:ext>
                  </a:extLst>
                </a:gridCol>
                <a:gridCol w="1652842">
                  <a:extLst>
                    <a:ext uri="{9D8B030D-6E8A-4147-A177-3AD203B41FA5}">
                      <a16:colId xmlns:a16="http://schemas.microsoft.com/office/drawing/2014/main" val="4169353745"/>
                    </a:ext>
                  </a:extLst>
                </a:gridCol>
              </a:tblGrid>
              <a:tr h="2847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Movie 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Title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Genre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1164298"/>
                  </a:ext>
                </a:extLst>
              </a:tr>
              <a:tr h="2691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Toy Story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Animation, Comedy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86071023"/>
                  </a:ext>
                </a:extLst>
              </a:tr>
              <a:tr h="2691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Jumanji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Adventure, Fantasy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8163754"/>
                  </a:ext>
                </a:extLst>
              </a:tr>
              <a:tr h="2691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Grumpier Old Men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Comedy, Romance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6616887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A4089D52-2CEE-D8C7-30CA-E419382B4E2B}"/>
              </a:ext>
            </a:extLst>
          </p:cNvPr>
          <p:cNvSpPr txBox="1"/>
          <p:nvPr/>
        </p:nvSpPr>
        <p:spPr>
          <a:xfrm>
            <a:off x="4369420" y="505994"/>
            <a:ext cx="45757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/>
              <a:t>Sample Movies Table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AC45509-4F74-338E-B78C-EBD4AA5B23D3}"/>
              </a:ext>
            </a:extLst>
          </p:cNvPr>
          <p:cNvSpPr txBox="1"/>
          <p:nvPr/>
        </p:nvSpPr>
        <p:spPr>
          <a:xfrm>
            <a:off x="4369420" y="2110770"/>
            <a:ext cx="45757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/>
              <a:t>Sample Ratings Table</a:t>
            </a:r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303AC4F3-F021-B4AB-F1AA-28D083F0E0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8264563"/>
              </p:ext>
            </p:extLst>
          </p:nvPr>
        </p:nvGraphicFramePr>
        <p:xfrm>
          <a:off x="4436752" y="2450365"/>
          <a:ext cx="2306765" cy="1219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51205">
                  <a:extLst>
                    <a:ext uri="{9D8B030D-6E8A-4147-A177-3AD203B41FA5}">
                      <a16:colId xmlns:a16="http://schemas.microsoft.com/office/drawing/2014/main" val="1115794665"/>
                    </a:ext>
                  </a:extLst>
                </a:gridCol>
                <a:gridCol w="872681">
                  <a:extLst>
                    <a:ext uri="{9D8B030D-6E8A-4147-A177-3AD203B41FA5}">
                      <a16:colId xmlns:a16="http://schemas.microsoft.com/office/drawing/2014/main" val="2914703338"/>
                    </a:ext>
                  </a:extLst>
                </a:gridCol>
                <a:gridCol w="682879">
                  <a:extLst>
                    <a:ext uri="{9D8B030D-6E8A-4147-A177-3AD203B41FA5}">
                      <a16:colId xmlns:a16="http://schemas.microsoft.com/office/drawing/2014/main" val="363256372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User 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Movie 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Rating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932092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4.0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04783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5.0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011923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3.5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0109827"/>
                  </a:ext>
                </a:extLst>
              </a:tr>
            </a:tbl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3507E513-081F-028B-7A58-EB52F823E36F}"/>
              </a:ext>
            </a:extLst>
          </p:cNvPr>
          <p:cNvSpPr txBox="1"/>
          <p:nvPr/>
        </p:nvSpPr>
        <p:spPr>
          <a:xfrm>
            <a:off x="4295018" y="3648968"/>
            <a:ext cx="45757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/>
              <a:t>Data Preparation Flow</a:t>
            </a:r>
          </a:p>
        </p:txBody>
      </p:sp>
      <p:sp>
        <p:nvSpPr>
          <p:cNvPr id="23" name="Shape 5">
            <a:extLst>
              <a:ext uri="{FF2B5EF4-FFF2-40B4-BE49-F238E27FC236}">
                <a16:creationId xmlns:a16="http://schemas.microsoft.com/office/drawing/2014/main" id="{708C5A05-64B9-47F5-C336-D867FC55D12C}"/>
              </a:ext>
            </a:extLst>
          </p:cNvPr>
          <p:cNvSpPr/>
          <p:nvPr/>
        </p:nvSpPr>
        <p:spPr>
          <a:xfrm>
            <a:off x="4369420" y="4154688"/>
            <a:ext cx="662596" cy="414799"/>
          </a:xfrm>
          <a:prstGeom prst="rect">
            <a:avLst/>
          </a:prstGeom>
          <a:solidFill>
            <a:srgbClr val="F4F0E6"/>
          </a:solidFill>
          <a:ln w="12700">
            <a:solidFill>
              <a:srgbClr val="7A7569"/>
            </a:solidFill>
            <a:prstDash val="solid"/>
          </a:ln>
        </p:spPr>
        <p:txBody>
          <a:bodyPr/>
          <a:lstStyle/>
          <a:p>
            <a:pPr algn="ctr"/>
            <a:r>
              <a:rPr lang="en-IN" sz="1200" b="1"/>
              <a:t>Movies Data</a:t>
            </a:r>
          </a:p>
          <a:p>
            <a:pPr algn="ctr"/>
            <a:endParaRPr lang="en-IN" sz="1200" b="1"/>
          </a:p>
        </p:txBody>
      </p:sp>
      <p:sp>
        <p:nvSpPr>
          <p:cNvPr id="25" name="Shape 5">
            <a:extLst>
              <a:ext uri="{FF2B5EF4-FFF2-40B4-BE49-F238E27FC236}">
                <a16:creationId xmlns:a16="http://schemas.microsoft.com/office/drawing/2014/main" id="{D5397B51-6EE6-E2D2-0786-32183DB3992F}"/>
              </a:ext>
            </a:extLst>
          </p:cNvPr>
          <p:cNvSpPr/>
          <p:nvPr/>
        </p:nvSpPr>
        <p:spPr>
          <a:xfrm>
            <a:off x="5258836" y="4154688"/>
            <a:ext cx="662596" cy="414799"/>
          </a:xfrm>
          <a:prstGeom prst="rect">
            <a:avLst/>
          </a:prstGeom>
          <a:solidFill>
            <a:srgbClr val="F4F0E6"/>
          </a:solidFill>
          <a:ln w="12700">
            <a:solidFill>
              <a:srgbClr val="7A7569"/>
            </a:solidFill>
            <a:prstDash val="solid"/>
          </a:ln>
        </p:spPr>
        <p:txBody>
          <a:bodyPr/>
          <a:lstStyle/>
          <a:p>
            <a:pPr algn="ctr"/>
            <a:r>
              <a:rPr lang="en-IN" sz="1200" b="1" dirty="0"/>
              <a:t>Ratings Data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16059954-BE3F-1E60-61BB-99EE591720ED}"/>
              </a:ext>
            </a:extLst>
          </p:cNvPr>
          <p:cNvSpPr/>
          <p:nvPr/>
        </p:nvSpPr>
        <p:spPr>
          <a:xfrm>
            <a:off x="6148252" y="4154688"/>
            <a:ext cx="743202" cy="414799"/>
          </a:xfrm>
          <a:prstGeom prst="rect">
            <a:avLst/>
          </a:prstGeom>
          <a:solidFill>
            <a:srgbClr val="F4F0E6"/>
          </a:solidFill>
          <a:ln w="12700">
            <a:solidFill>
              <a:srgbClr val="7A7569"/>
            </a:solidFill>
            <a:prstDash val="solid"/>
          </a:ln>
        </p:spPr>
        <p:txBody>
          <a:bodyPr/>
          <a:lstStyle/>
          <a:p>
            <a:pPr algn="ctr"/>
            <a:r>
              <a:rPr lang="en-IN" sz="1200" b="1" dirty="0"/>
              <a:t>Data Cleaning</a:t>
            </a:r>
          </a:p>
        </p:txBody>
      </p:sp>
      <p:sp>
        <p:nvSpPr>
          <p:cNvPr id="10" name="Shape 5">
            <a:extLst>
              <a:ext uri="{FF2B5EF4-FFF2-40B4-BE49-F238E27FC236}">
                <a16:creationId xmlns:a16="http://schemas.microsoft.com/office/drawing/2014/main" id="{6077759D-4BF4-51CF-E1C3-55DA59A33FF7}"/>
              </a:ext>
            </a:extLst>
          </p:cNvPr>
          <p:cNvSpPr/>
          <p:nvPr/>
        </p:nvSpPr>
        <p:spPr>
          <a:xfrm>
            <a:off x="7118273" y="4154688"/>
            <a:ext cx="743201" cy="414799"/>
          </a:xfrm>
          <a:prstGeom prst="rect">
            <a:avLst/>
          </a:prstGeom>
          <a:solidFill>
            <a:srgbClr val="F4F0E6"/>
          </a:solidFill>
          <a:ln w="12700">
            <a:solidFill>
              <a:srgbClr val="7A7569"/>
            </a:solidFill>
            <a:prstDash val="solid"/>
          </a:ln>
        </p:spPr>
        <p:txBody>
          <a:bodyPr/>
          <a:lstStyle/>
          <a:p>
            <a:pPr algn="ctr"/>
            <a:r>
              <a:rPr lang="en-IN" sz="1200" b="1" dirty="0"/>
              <a:t>Dataset Merge</a:t>
            </a:r>
          </a:p>
        </p:txBody>
      </p:sp>
      <p:sp>
        <p:nvSpPr>
          <p:cNvPr id="15" name="Shape 5">
            <a:extLst>
              <a:ext uri="{FF2B5EF4-FFF2-40B4-BE49-F238E27FC236}">
                <a16:creationId xmlns:a16="http://schemas.microsoft.com/office/drawing/2014/main" id="{39C7B6A3-A706-1A3B-84A0-C7E2DC0C419F}"/>
              </a:ext>
            </a:extLst>
          </p:cNvPr>
          <p:cNvSpPr/>
          <p:nvPr/>
        </p:nvSpPr>
        <p:spPr>
          <a:xfrm>
            <a:off x="8088293" y="4154688"/>
            <a:ext cx="973931" cy="414799"/>
          </a:xfrm>
          <a:prstGeom prst="rect">
            <a:avLst/>
          </a:prstGeom>
          <a:solidFill>
            <a:srgbClr val="F4F0E6"/>
          </a:solidFill>
          <a:ln w="12700">
            <a:solidFill>
              <a:srgbClr val="7A7569"/>
            </a:solidFill>
            <a:prstDash val="solid"/>
          </a:ln>
        </p:spPr>
        <p:txBody>
          <a:bodyPr/>
          <a:lstStyle/>
          <a:p>
            <a:pPr algn="ctr"/>
            <a:r>
              <a:rPr lang="en-IN" sz="1200" b="1" dirty="0"/>
              <a:t>User-Movie Matrix</a:t>
            </a:r>
          </a:p>
        </p:txBody>
      </p:sp>
      <p:sp>
        <p:nvSpPr>
          <p:cNvPr id="20" name="Shape 5">
            <a:extLst>
              <a:ext uri="{FF2B5EF4-FFF2-40B4-BE49-F238E27FC236}">
                <a16:creationId xmlns:a16="http://schemas.microsoft.com/office/drawing/2014/main" id="{D92F4D55-72FF-346D-3849-A0F3BBA595A5}"/>
              </a:ext>
            </a:extLst>
          </p:cNvPr>
          <p:cNvSpPr/>
          <p:nvPr/>
        </p:nvSpPr>
        <p:spPr>
          <a:xfrm>
            <a:off x="8203657" y="3464296"/>
            <a:ext cx="743201" cy="414799"/>
          </a:xfrm>
          <a:prstGeom prst="rect">
            <a:avLst/>
          </a:prstGeom>
          <a:solidFill>
            <a:srgbClr val="F4F0E6"/>
          </a:solidFill>
          <a:ln w="12700">
            <a:solidFill>
              <a:srgbClr val="7A7569"/>
            </a:solidFill>
            <a:prstDash val="solid"/>
          </a:ln>
        </p:spPr>
        <p:txBody>
          <a:bodyPr/>
          <a:lstStyle/>
          <a:p>
            <a:pPr algn="ctr"/>
            <a:r>
              <a:rPr lang="en-IN" sz="1200" b="1" dirty="0"/>
              <a:t>Model Training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C01600E-99FD-D51A-8B0A-3C4791FF051E}"/>
              </a:ext>
            </a:extLst>
          </p:cNvPr>
          <p:cNvCxnSpPr>
            <a:stCxn id="23" idx="3"/>
            <a:endCxn id="25" idx="1"/>
          </p:cNvCxnSpPr>
          <p:nvPr/>
        </p:nvCxnSpPr>
        <p:spPr>
          <a:xfrm>
            <a:off x="5032016" y="4362088"/>
            <a:ext cx="22682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3562BEC7-763B-0456-202E-1F3E80504BEF}"/>
              </a:ext>
            </a:extLst>
          </p:cNvPr>
          <p:cNvCxnSpPr/>
          <p:nvPr/>
        </p:nvCxnSpPr>
        <p:spPr>
          <a:xfrm>
            <a:off x="5921432" y="4386351"/>
            <a:ext cx="22682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4F4614AC-525E-5DC9-A573-01B73119A50A}"/>
              </a:ext>
            </a:extLst>
          </p:cNvPr>
          <p:cNvCxnSpPr/>
          <p:nvPr/>
        </p:nvCxnSpPr>
        <p:spPr>
          <a:xfrm>
            <a:off x="6891453" y="4386351"/>
            <a:ext cx="22682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5EE3BA42-9159-1741-B598-976D4E50406F}"/>
              </a:ext>
            </a:extLst>
          </p:cNvPr>
          <p:cNvCxnSpPr>
            <a:cxnSpLocks/>
          </p:cNvCxnSpPr>
          <p:nvPr/>
        </p:nvCxnSpPr>
        <p:spPr>
          <a:xfrm>
            <a:off x="7861473" y="4421561"/>
            <a:ext cx="22682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CFE602C-AA75-8111-96C9-32EBB08AA314}"/>
              </a:ext>
            </a:extLst>
          </p:cNvPr>
          <p:cNvCxnSpPr>
            <a:cxnSpLocks/>
            <a:endCxn id="20" idx="2"/>
          </p:cNvCxnSpPr>
          <p:nvPr/>
        </p:nvCxnSpPr>
        <p:spPr>
          <a:xfrm flipV="1">
            <a:off x="8575257" y="3879095"/>
            <a:ext cx="1" cy="27012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36184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2C29C8-FA2B-DD48-329D-6836B75314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EA49D381-2A42-14BE-4EF8-5ED47AE7105C}"/>
              </a:ext>
            </a:extLst>
          </p:cNvPr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25A1C"/>
          </a:solidFill>
          <a:ln w="12700">
            <a:solidFill>
              <a:srgbClr val="E25A1C"/>
            </a:solidFill>
            <a:prstDash val="solid"/>
          </a:ln>
        </p:spPr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F0BC88-B01C-6F2F-18D9-F3C3C645C9BF}"/>
              </a:ext>
            </a:extLst>
          </p:cNvPr>
          <p:cNvSpPr txBox="1"/>
          <p:nvPr/>
        </p:nvSpPr>
        <p:spPr>
          <a:xfrm>
            <a:off x="341580" y="72456"/>
            <a:ext cx="8529154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IN" sz="2800" b="1" dirty="0"/>
              <a:t> </a:t>
            </a:r>
            <a:r>
              <a:rPr lang="en-IN" sz="2800" b="1" dirty="0">
                <a:ea typeface="+mn-lt"/>
                <a:cs typeface="+mn-lt"/>
              </a:rPr>
              <a:t>Recommendation Model</a:t>
            </a:r>
            <a:endParaRPr lang="en-US" sz="2800" b="1" dirty="0">
              <a:ea typeface="Calibri"/>
              <a:cs typeface="Calibri"/>
            </a:endParaRPr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172620A2-8214-6F06-A25C-007CB4E0BB30}"/>
              </a:ext>
            </a:extLst>
          </p:cNvPr>
          <p:cNvSpPr/>
          <p:nvPr/>
        </p:nvSpPr>
        <p:spPr>
          <a:xfrm>
            <a:off x="614801" y="1189702"/>
            <a:ext cx="7403857" cy="510954"/>
          </a:xfrm>
          <a:prstGeom prst="roundRect">
            <a:avLst>
              <a:gd name="adj" fmla="val 3386"/>
            </a:avLst>
          </a:prstGeom>
          <a:solidFill>
            <a:srgbClr val="F4EEFF"/>
          </a:solidFill>
          <a:ln w="12700">
            <a:solidFill>
              <a:srgbClr val="D5C3F0"/>
            </a:solidFill>
            <a:prstDash val="solid"/>
          </a:ln>
        </p:spPr>
        <p:txBody>
          <a:bodyPr lIns="91440" tIns="45720" rIns="91440" bIns="45720"/>
          <a:lstStyle/>
          <a:p>
            <a:r>
              <a:rPr lang="en-IN" sz="1600" dirty="0">
                <a:ea typeface="+mn-lt"/>
                <a:cs typeface="+mn-lt"/>
              </a:rPr>
              <a:t>Recommends movies based on user </a:t>
            </a:r>
            <a:r>
              <a:rPr lang="en-IN" sz="1600" dirty="0" err="1">
                <a:ea typeface="+mn-lt"/>
                <a:cs typeface="+mn-lt"/>
              </a:rPr>
              <a:t>behavior</a:t>
            </a:r>
            <a:r>
              <a:rPr lang="en-IN" sz="1600" dirty="0">
                <a:ea typeface="+mn-lt"/>
                <a:cs typeface="+mn-lt"/>
              </a:rPr>
              <a:t> and similarities between users or items.</a:t>
            </a:r>
            <a:endParaRPr lang="en-IN" sz="1600" b="1" dirty="0">
              <a:ea typeface="+mn-lt"/>
              <a:cs typeface="+mn-l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10C94EB-271C-EDC9-1CA8-872384D1DF56}"/>
              </a:ext>
            </a:extLst>
          </p:cNvPr>
          <p:cNvSpPr txBox="1"/>
          <p:nvPr/>
        </p:nvSpPr>
        <p:spPr>
          <a:xfrm>
            <a:off x="502438" y="773856"/>
            <a:ext cx="4572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IN" sz="2000" b="1" i="0" u="none" strike="noStrike" baseline="0" dirty="0">
                <a:solidFill>
                  <a:srgbClr val="000000"/>
                </a:solidFill>
                <a:latin typeface="Calibri"/>
              </a:rPr>
              <a:t>Collaborative Filtering</a:t>
            </a:r>
            <a:r>
              <a:rPr lang="en-IN" sz="2000" b="0" i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​</a:t>
            </a:r>
            <a:endParaRPr lang="en-IN" sz="2000" dirty="0">
              <a:ea typeface="Calibri"/>
              <a:cs typeface="Calibri"/>
            </a:endParaRPr>
          </a:p>
          <a:p>
            <a:pPr algn="ctr"/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0353E7-655E-4E66-6FF2-57BC975730FE}"/>
              </a:ext>
            </a:extLst>
          </p:cNvPr>
          <p:cNvSpPr txBox="1"/>
          <p:nvPr/>
        </p:nvSpPr>
        <p:spPr>
          <a:xfrm>
            <a:off x="462927" y="1908138"/>
            <a:ext cx="365387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ea typeface="+mn-lt"/>
                <a:cs typeface="+mn-lt"/>
              </a:rPr>
              <a:t>Types of Collaborative Filtering</a:t>
            </a:r>
            <a:endParaRPr lang="en-US" sz="2000" b="1">
              <a:ea typeface="Calibri"/>
              <a:cs typeface="Calibri"/>
            </a:endParaRPr>
          </a:p>
        </p:txBody>
      </p:sp>
      <p:sp>
        <p:nvSpPr>
          <p:cNvPr id="20" name="Shape 2">
            <a:extLst>
              <a:ext uri="{FF2B5EF4-FFF2-40B4-BE49-F238E27FC236}">
                <a16:creationId xmlns:a16="http://schemas.microsoft.com/office/drawing/2014/main" id="{E2576A84-528D-3047-D55C-E78DECB73BA2}"/>
              </a:ext>
            </a:extLst>
          </p:cNvPr>
          <p:cNvSpPr/>
          <p:nvPr/>
        </p:nvSpPr>
        <p:spPr>
          <a:xfrm>
            <a:off x="615022" y="2313351"/>
            <a:ext cx="3637464" cy="1203469"/>
          </a:xfrm>
          <a:prstGeom prst="roundRect">
            <a:avLst>
              <a:gd name="adj" fmla="val 3397"/>
            </a:avLst>
          </a:prstGeom>
          <a:solidFill>
            <a:srgbClr val="EFF9E9"/>
          </a:solidFill>
          <a:ln w="12700">
            <a:solidFill>
              <a:srgbClr val="BFE3B9"/>
            </a:solidFill>
            <a:prstDash val="solid"/>
          </a:ln>
        </p:spPr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B2FF562-E113-B2DC-C26C-A95BE9CAE915}"/>
              </a:ext>
            </a:extLst>
          </p:cNvPr>
          <p:cNvSpPr txBox="1"/>
          <p:nvPr/>
        </p:nvSpPr>
        <p:spPr>
          <a:xfrm>
            <a:off x="617220" y="2404110"/>
            <a:ext cx="3771900" cy="135421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/>
              <a:t>User-Based Filtering</a:t>
            </a:r>
            <a:endParaRPr lang="en-US" sz="1600" b="1">
              <a:ea typeface="Calibri"/>
              <a:cs typeface="Calibri"/>
            </a:endParaRPr>
          </a:p>
          <a:p>
            <a:pPr>
              <a:buFont typeface=""/>
              <a:buChar char="•"/>
            </a:pPr>
            <a:r>
              <a:rPr lang="en-US" sz="1600"/>
              <a:t>Finds users with similar rating patterns.</a:t>
            </a:r>
            <a:endParaRPr lang="en-US" sz="1600">
              <a:ea typeface="Calibri"/>
              <a:cs typeface="Calibri"/>
            </a:endParaRPr>
          </a:p>
          <a:p>
            <a:pPr>
              <a:buFont typeface=""/>
              <a:buChar char="•"/>
            </a:pPr>
            <a:r>
              <a:rPr lang="en-US" sz="1600"/>
              <a:t>Recommends movies liked by similar users.</a:t>
            </a:r>
            <a:endParaRPr lang="en-US" sz="1600">
              <a:ea typeface="Calibri"/>
              <a:cs typeface="Calibri"/>
            </a:endParaRPr>
          </a:p>
          <a:p>
            <a:pPr algn="ctr"/>
            <a:endParaRPr lang="en-US"/>
          </a:p>
        </p:txBody>
      </p:sp>
      <p:sp>
        <p:nvSpPr>
          <p:cNvPr id="23" name="Shape 2">
            <a:extLst>
              <a:ext uri="{FF2B5EF4-FFF2-40B4-BE49-F238E27FC236}">
                <a16:creationId xmlns:a16="http://schemas.microsoft.com/office/drawing/2014/main" id="{F8F3C1F9-5DA4-4B2D-0E90-35CCB881604C}"/>
              </a:ext>
            </a:extLst>
          </p:cNvPr>
          <p:cNvSpPr/>
          <p:nvPr/>
        </p:nvSpPr>
        <p:spPr>
          <a:xfrm>
            <a:off x="4546942" y="2313350"/>
            <a:ext cx="3469824" cy="1203469"/>
          </a:xfrm>
          <a:prstGeom prst="roundRect">
            <a:avLst>
              <a:gd name="adj" fmla="val 3397"/>
            </a:avLst>
          </a:prstGeom>
          <a:solidFill>
            <a:srgbClr val="EFF9E9"/>
          </a:solidFill>
          <a:ln w="12700">
            <a:solidFill>
              <a:srgbClr val="BFE3B9"/>
            </a:solidFill>
            <a:prstDash val="solid"/>
          </a:ln>
        </p:spPr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120F47F-5C8E-8A49-7499-07E03F6436D1}"/>
              </a:ext>
            </a:extLst>
          </p:cNvPr>
          <p:cNvSpPr txBox="1"/>
          <p:nvPr/>
        </p:nvSpPr>
        <p:spPr>
          <a:xfrm>
            <a:off x="4572000" y="2396490"/>
            <a:ext cx="3459480" cy="135421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/>
              <a:t>Item-Based Filtering</a:t>
            </a:r>
            <a:endParaRPr lang="en-US" sz="1600" b="1">
              <a:ea typeface="Calibri"/>
              <a:cs typeface="Calibri"/>
            </a:endParaRPr>
          </a:p>
          <a:p>
            <a:pPr>
              <a:buFont typeface=""/>
              <a:buChar char="•"/>
            </a:pPr>
            <a:r>
              <a:rPr lang="en-US" sz="1600"/>
              <a:t>Finds movies similar to those the user liked.</a:t>
            </a:r>
            <a:endParaRPr lang="en-US" sz="1600">
              <a:ea typeface="Calibri"/>
              <a:cs typeface="Calibri"/>
            </a:endParaRPr>
          </a:p>
          <a:p>
            <a:pPr>
              <a:buFont typeface=""/>
              <a:buChar char="•"/>
            </a:pPr>
            <a:r>
              <a:rPr lang="en-US" sz="1600"/>
              <a:t>Recommends similar movies.</a:t>
            </a:r>
            <a:endParaRPr lang="en-US" sz="1600">
              <a:ea typeface="Calibri"/>
              <a:cs typeface="Calibri"/>
            </a:endParaRPr>
          </a:p>
          <a:p>
            <a:pPr algn="ctr"/>
            <a:endParaRPr lang="en-US"/>
          </a:p>
        </p:txBody>
      </p:sp>
      <p:sp>
        <p:nvSpPr>
          <p:cNvPr id="27" name="Shape 1">
            <a:extLst>
              <a:ext uri="{FF2B5EF4-FFF2-40B4-BE49-F238E27FC236}">
                <a16:creationId xmlns:a16="http://schemas.microsoft.com/office/drawing/2014/main" id="{C4EBB315-905F-22A1-960C-06DF03FB57CC}"/>
              </a:ext>
            </a:extLst>
          </p:cNvPr>
          <p:cNvSpPr/>
          <p:nvPr/>
        </p:nvSpPr>
        <p:spPr>
          <a:xfrm>
            <a:off x="622421" y="3974681"/>
            <a:ext cx="7389244" cy="916112"/>
          </a:xfrm>
          <a:prstGeom prst="roundRect">
            <a:avLst>
              <a:gd name="adj" fmla="val 2867"/>
            </a:avLst>
          </a:prstGeom>
          <a:solidFill>
            <a:srgbClr val="FFF3F3"/>
          </a:solidFill>
          <a:ln w="12700">
            <a:solidFill>
              <a:srgbClr val="F4CACA"/>
            </a:solidFill>
            <a:prstDash val="solid"/>
          </a:ln>
        </p:spPr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D93E606-E2E1-1852-9D98-DDE40B7F9C68}"/>
              </a:ext>
            </a:extLst>
          </p:cNvPr>
          <p:cNvSpPr txBox="1"/>
          <p:nvPr/>
        </p:nvSpPr>
        <p:spPr>
          <a:xfrm>
            <a:off x="622421" y="4035504"/>
            <a:ext cx="7490460" cy="11079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Font typeface=""/>
              <a:buChar char="•"/>
            </a:pPr>
            <a:r>
              <a:rPr lang="en-US" sz="1600" dirty="0"/>
              <a:t>Uses cosine similarity to measure similarity between users or items.</a:t>
            </a:r>
            <a:endParaRPr lang="en-US" sz="1600" dirty="0">
              <a:ea typeface="Calibri"/>
              <a:cs typeface="Calibri"/>
            </a:endParaRPr>
          </a:p>
          <a:p>
            <a:pPr>
              <a:buFont typeface=""/>
              <a:buChar char="•"/>
            </a:pPr>
            <a:r>
              <a:rPr lang="en-US" sz="1600" dirty="0"/>
              <a:t>Based on rating vectors.</a:t>
            </a:r>
            <a:endParaRPr lang="en-US" sz="1600" dirty="0">
              <a:ea typeface="Calibri"/>
              <a:cs typeface="Calibri"/>
            </a:endParaRPr>
          </a:p>
          <a:p>
            <a:pPr>
              <a:buFont typeface=""/>
              <a:buChar char="•"/>
            </a:pPr>
            <a:r>
              <a:rPr lang="en-US" sz="1600" dirty="0"/>
              <a:t>Higher similarity indicates a stronger preference match.</a:t>
            </a:r>
            <a:endParaRPr lang="en-US" sz="1600" dirty="0">
              <a:ea typeface="Calibri"/>
              <a:cs typeface="Calibri"/>
            </a:endParaRPr>
          </a:p>
          <a:p>
            <a:pPr algn="ctr"/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74CE7E7-CD5D-2C1D-8359-328AEF3A72D2}"/>
              </a:ext>
            </a:extLst>
          </p:cNvPr>
          <p:cNvSpPr txBox="1"/>
          <p:nvPr/>
        </p:nvSpPr>
        <p:spPr>
          <a:xfrm>
            <a:off x="502438" y="3615244"/>
            <a:ext cx="3747031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ea typeface="Calibri"/>
                <a:cs typeface="Calibri"/>
              </a:rPr>
              <a:t>Similarity Calculation</a:t>
            </a:r>
            <a:endParaRPr lang="en-US" sz="2000" dirty="0">
              <a:ea typeface="Calibri"/>
              <a:cs typeface="Calibri"/>
            </a:endParaRPr>
          </a:p>
          <a:p>
            <a:pPr algn="l"/>
            <a:endParaRPr lang="en-US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361064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F54D87F5-103D-5CDA-AD3F-9C84FFDC76CC}"/>
              </a:ext>
            </a:extLst>
          </p:cNvPr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25A1C"/>
          </a:solidFill>
          <a:ln w="12700">
            <a:solidFill>
              <a:srgbClr val="E25A1C"/>
            </a:solidFill>
            <a:prstDash val="solid"/>
          </a:ln>
        </p:spPr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16CF12-3048-1973-5DE7-11E98356A0E8}"/>
              </a:ext>
            </a:extLst>
          </p:cNvPr>
          <p:cNvSpPr txBox="1"/>
          <p:nvPr/>
        </p:nvSpPr>
        <p:spPr>
          <a:xfrm>
            <a:off x="341580" y="72456"/>
            <a:ext cx="8529154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IN" sz="2800" b="1" dirty="0"/>
              <a:t>Data Serving with </a:t>
            </a:r>
            <a:r>
              <a:rPr lang="en-IN" sz="2800" b="1" dirty="0" err="1"/>
              <a:t>FastAPI</a:t>
            </a:r>
            <a:endParaRPr lang="en-US" sz="2800" b="1" dirty="0">
              <a:ea typeface="Calibri"/>
              <a:cs typeface="Calibri"/>
            </a:endParaRPr>
          </a:p>
        </p:txBody>
      </p:sp>
      <p:sp>
        <p:nvSpPr>
          <p:cNvPr id="7" name="Shape 0">
            <a:extLst>
              <a:ext uri="{FF2B5EF4-FFF2-40B4-BE49-F238E27FC236}">
                <a16:creationId xmlns:a16="http://schemas.microsoft.com/office/drawing/2014/main" id="{6AB5B51B-DB96-BBB4-AD7B-5DFAB17DB1FE}"/>
              </a:ext>
            </a:extLst>
          </p:cNvPr>
          <p:cNvSpPr/>
          <p:nvPr/>
        </p:nvSpPr>
        <p:spPr>
          <a:xfrm>
            <a:off x="341580" y="748899"/>
            <a:ext cx="3895883" cy="3481130"/>
          </a:xfrm>
          <a:prstGeom prst="roundRect">
            <a:avLst>
              <a:gd name="adj" fmla="val 2550"/>
            </a:avLst>
          </a:prstGeom>
          <a:solidFill>
            <a:srgbClr val="EEF4FA"/>
          </a:solidFill>
          <a:ln w="12700">
            <a:solidFill>
              <a:srgbClr val="B9D1E7"/>
            </a:solidFill>
            <a:prstDash val="solid"/>
          </a:ln>
        </p:spPr>
        <p:txBody>
          <a:bodyPr/>
          <a:lstStyle/>
          <a:p>
            <a:r>
              <a:rPr lang="en-IN" b="1" dirty="0"/>
              <a:t>What is </a:t>
            </a:r>
            <a:r>
              <a:rPr lang="en-IN" b="1" dirty="0" err="1"/>
              <a:t>FastAPI</a:t>
            </a:r>
            <a:r>
              <a:rPr lang="en-IN" b="1" dirty="0"/>
              <a:t>?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Modern Python framework for building APIs.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High-performance and easy to use.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Serves recommendations to users in real time.</a:t>
            </a:r>
            <a:endParaRPr lang="en-IN" sz="1600" dirty="0"/>
          </a:p>
          <a:p>
            <a:r>
              <a:rPr lang="en-IN" b="1" dirty="0"/>
              <a:t>Role of </a:t>
            </a:r>
            <a:r>
              <a:rPr lang="en-IN" b="1" dirty="0" err="1"/>
              <a:t>FastAPI</a:t>
            </a:r>
            <a:endParaRPr lang="en-IN" b="1" dirty="0"/>
          </a:p>
          <a:p>
            <a:r>
              <a:rPr lang="en-IN" sz="1600" b="1" dirty="0"/>
              <a:t>Receive Request</a:t>
            </a:r>
          </a:p>
          <a:p>
            <a:pPr lvl="0"/>
            <a:r>
              <a:rPr lang="en-IN" sz="1400" dirty="0"/>
              <a:t>Accepts movie recommendation requests from users.</a:t>
            </a:r>
          </a:p>
          <a:p>
            <a:r>
              <a:rPr lang="en-IN" sz="1600" b="1" dirty="0"/>
              <a:t>Process Request</a:t>
            </a:r>
          </a:p>
          <a:p>
            <a:pPr lvl="0"/>
            <a:r>
              <a:rPr lang="en-IN" sz="1400" dirty="0"/>
              <a:t>Sends request to the recommendation engine.</a:t>
            </a:r>
          </a:p>
          <a:p>
            <a:r>
              <a:rPr lang="en-IN" sz="1600" b="1" dirty="0"/>
              <a:t>Generate Recommendations</a:t>
            </a:r>
          </a:p>
          <a:p>
            <a:pPr lvl="0"/>
            <a:r>
              <a:rPr lang="en-IN" sz="1400" dirty="0"/>
              <a:t>Model predicts suitable movies.</a:t>
            </a:r>
          </a:p>
          <a:p>
            <a:r>
              <a:rPr lang="en-IN" sz="1600" b="1" dirty="0"/>
              <a:t>Return Response</a:t>
            </a:r>
          </a:p>
          <a:p>
            <a:pPr lvl="0"/>
            <a:r>
              <a:rPr lang="en-IN" sz="1400" dirty="0"/>
              <a:t>Sends recommendations back to the frontend.</a:t>
            </a:r>
          </a:p>
          <a:p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6403D9-F3BB-056F-86F1-335C8EA802F3}"/>
              </a:ext>
            </a:extLst>
          </p:cNvPr>
          <p:cNvSpPr txBox="1"/>
          <p:nvPr/>
        </p:nvSpPr>
        <p:spPr>
          <a:xfrm>
            <a:off x="4568284" y="748899"/>
            <a:ext cx="45757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Example API Response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34BAE98-77B8-1413-F98F-3FC6A48C61E7}"/>
              </a:ext>
            </a:extLst>
          </p:cNvPr>
          <p:cNvSpPr txBox="1"/>
          <p:nvPr/>
        </p:nvSpPr>
        <p:spPr>
          <a:xfrm>
            <a:off x="4568284" y="1063963"/>
            <a:ext cx="457571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/>
              <a:t>{</a:t>
            </a:r>
          </a:p>
          <a:p>
            <a:r>
              <a:rPr lang="en-IN" sz="1400" dirty="0"/>
              <a:t>  "</a:t>
            </a:r>
            <a:r>
              <a:rPr lang="en-IN" sz="1400" dirty="0" err="1"/>
              <a:t>user_id</a:t>
            </a:r>
            <a:r>
              <a:rPr lang="en-IN" sz="1400" dirty="0"/>
              <a:t>": 101,</a:t>
            </a:r>
          </a:p>
          <a:p>
            <a:r>
              <a:rPr lang="en-IN" sz="1400" dirty="0"/>
              <a:t>  "recommendations": [</a:t>
            </a:r>
          </a:p>
          <a:p>
            <a:r>
              <a:rPr lang="en-IN" sz="1400" dirty="0"/>
              <a:t>    "Inception",</a:t>
            </a:r>
          </a:p>
          <a:p>
            <a:r>
              <a:rPr lang="en-IN" sz="1400" dirty="0"/>
              <a:t>    "Interstellar",</a:t>
            </a:r>
          </a:p>
          <a:p>
            <a:r>
              <a:rPr lang="en-IN" sz="1400" dirty="0"/>
              <a:t>    "The Dark Knight",</a:t>
            </a:r>
          </a:p>
          <a:p>
            <a:r>
              <a:rPr lang="en-IN" sz="1400" dirty="0"/>
              <a:t>    "Avengers"</a:t>
            </a:r>
          </a:p>
          <a:p>
            <a:r>
              <a:rPr lang="en-IN" sz="1400" dirty="0"/>
              <a:t>  ]</a:t>
            </a:r>
          </a:p>
          <a:p>
            <a:r>
              <a:rPr lang="en-IN" sz="1400" dirty="0"/>
              <a:t>}</a:t>
            </a:r>
          </a:p>
        </p:txBody>
      </p:sp>
      <p:sp>
        <p:nvSpPr>
          <p:cNvPr id="13" name="Shape 1">
            <a:extLst>
              <a:ext uri="{FF2B5EF4-FFF2-40B4-BE49-F238E27FC236}">
                <a16:creationId xmlns:a16="http://schemas.microsoft.com/office/drawing/2014/main" id="{D8D3A396-82D1-6F89-E89B-F639ADCA45B3}"/>
              </a:ext>
            </a:extLst>
          </p:cNvPr>
          <p:cNvSpPr/>
          <p:nvPr/>
        </p:nvSpPr>
        <p:spPr>
          <a:xfrm>
            <a:off x="4335186" y="3472141"/>
            <a:ext cx="4535548" cy="1374924"/>
          </a:xfrm>
          <a:prstGeom prst="roundRect">
            <a:avLst>
              <a:gd name="adj" fmla="val 2867"/>
            </a:avLst>
          </a:prstGeom>
          <a:solidFill>
            <a:srgbClr val="FFF3F3"/>
          </a:solidFill>
          <a:ln w="12700">
            <a:solidFill>
              <a:srgbClr val="F4CACA"/>
            </a:solidFill>
            <a:prstDash val="solid"/>
          </a:ln>
        </p:spPr>
        <p:txBody>
          <a:bodyPr/>
          <a:lstStyle/>
          <a:p>
            <a:r>
              <a:rPr lang="en-IN" b="1" dirty="0"/>
              <a:t>Benefits of Data Serving</a:t>
            </a:r>
          </a:p>
          <a:p>
            <a:pPr lvl="0"/>
            <a:r>
              <a:rPr lang="en-IN" sz="1600" dirty="0"/>
              <a:t>Real-time recommendations.</a:t>
            </a:r>
          </a:p>
          <a:p>
            <a:pPr lvl="0"/>
            <a:r>
              <a:rPr lang="en-IN" sz="1600" dirty="0"/>
              <a:t>Fast API response.</a:t>
            </a:r>
          </a:p>
          <a:p>
            <a:pPr lvl="0"/>
            <a:r>
              <a:rPr lang="en-IN" sz="1600" dirty="0"/>
              <a:t>Easy integration with web applications.</a:t>
            </a:r>
          </a:p>
          <a:p>
            <a:pPr lvl="0"/>
            <a:r>
              <a:rPr lang="en-IN" sz="1600" dirty="0"/>
              <a:t>Scalable deployment.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939227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E9CBA5AC-A542-937F-1937-8E3ADDA07CFB}"/>
              </a:ext>
            </a:extLst>
          </p:cNvPr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25A1C"/>
          </a:solidFill>
          <a:ln w="12700">
            <a:solidFill>
              <a:srgbClr val="E25A1C"/>
            </a:solidFill>
            <a:prstDash val="solid"/>
          </a:ln>
        </p:spPr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E8C821-FBA2-AA77-3245-65DD559B9036}"/>
              </a:ext>
            </a:extLst>
          </p:cNvPr>
          <p:cNvSpPr txBox="1"/>
          <p:nvPr/>
        </p:nvSpPr>
        <p:spPr>
          <a:xfrm>
            <a:off x="341580" y="72456"/>
            <a:ext cx="8529154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IN" sz="2800" b="1" dirty="0"/>
              <a:t>Conclusion</a:t>
            </a:r>
            <a:endParaRPr lang="en-US" sz="2800" b="1" dirty="0">
              <a:ea typeface="Calibri"/>
              <a:cs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42E91C-381A-E74D-14D2-3D2489E8420C}"/>
              </a:ext>
            </a:extLst>
          </p:cNvPr>
          <p:cNvSpPr txBox="1"/>
          <p:nvPr/>
        </p:nvSpPr>
        <p:spPr>
          <a:xfrm>
            <a:off x="329184" y="783907"/>
            <a:ext cx="854155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dirty="0"/>
              <a:t>The movie recommendation system provides personalized suggestions based on user preferences and rating history.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dirty="0"/>
              <a:t>Collaborative filtering helps identify similar users and recommend relevant movies effectively.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dirty="0"/>
              <a:t>Proper data preparation and processing improve the accuracy and quality of recommendations.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dirty="0" err="1"/>
              <a:t>FastAPI</a:t>
            </a:r>
            <a:r>
              <a:rPr lang="en-IN" dirty="0"/>
              <a:t> enables efficient real-time data serving between the recommendation engine and users.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dirty="0"/>
              <a:t>This project demonstrates the practical use of Data Engineering and Machine Learning in recommendation systems.</a:t>
            </a:r>
          </a:p>
        </p:txBody>
      </p:sp>
    </p:spTree>
    <p:extLst>
      <p:ext uri="{BB962C8B-B14F-4D97-AF65-F5344CB8AC3E}">
        <p14:creationId xmlns:p14="http://schemas.microsoft.com/office/powerpoint/2010/main" val="31963397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AF1A41E1-0508-F868-5B53-14B69C5968F2}"/>
              </a:ext>
            </a:extLst>
          </p:cNvPr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25A1C"/>
          </a:solidFill>
          <a:ln w="12700">
            <a:solidFill>
              <a:srgbClr val="E25A1C"/>
            </a:solidFill>
            <a:prstDash val="solid"/>
          </a:ln>
        </p:spPr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490606-FB9A-052C-3AD3-8EB8AD8661FC}"/>
              </a:ext>
            </a:extLst>
          </p:cNvPr>
          <p:cNvSpPr txBox="1"/>
          <p:nvPr/>
        </p:nvSpPr>
        <p:spPr>
          <a:xfrm>
            <a:off x="307423" y="221139"/>
            <a:ext cx="8529154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ea typeface="Calibri"/>
                <a:cs typeface="Calibri"/>
              </a:rPr>
              <a:t>R</a:t>
            </a:r>
            <a:r>
              <a:rPr lang="en-IN" sz="2800" b="1" dirty="0" err="1">
                <a:ea typeface="Calibri"/>
                <a:cs typeface="Calibri"/>
              </a:rPr>
              <a:t>eferences</a:t>
            </a:r>
            <a:endParaRPr lang="en-US" sz="2800" b="1" dirty="0">
              <a:ea typeface="Calibri"/>
              <a:cs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8F067A-2CBD-D79B-A38A-40D30A5C833D}"/>
              </a:ext>
            </a:extLst>
          </p:cNvPr>
          <p:cNvSpPr txBox="1"/>
          <p:nvPr/>
        </p:nvSpPr>
        <p:spPr>
          <a:xfrm>
            <a:off x="260195" y="817756"/>
            <a:ext cx="862361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[1] B. H. Park, S. </a:t>
            </a:r>
            <a:r>
              <a:rPr lang="en-IN" dirty="0" err="1"/>
              <a:t>Hukerikar</a:t>
            </a:r>
            <a:r>
              <a:rPr lang="en-IN" dirty="0"/>
              <a:t>, R. Adamson, and C. Engelmann, “Big Data Meets HPC Log Analytics: Scalable Approach to Understanding Systems at Extreme Scale,” in </a:t>
            </a:r>
            <a:r>
              <a:rPr lang="en-IN" i="1" dirty="0"/>
              <a:t>2017 IEEE International Conference on Cluster Computing (CLUSTER)</a:t>
            </a:r>
            <a:r>
              <a:rPr lang="en-IN" dirty="0"/>
              <a:t>, 2017, pp. 758–765.</a:t>
            </a:r>
          </a:p>
          <a:p>
            <a:r>
              <a:rPr lang="en-IN" dirty="0"/>
              <a:t>[2] M. Zaharia </a:t>
            </a:r>
            <a:r>
              <a:rPr lang="en-IN" i="1" dirty="0"/>
              <a:t>et al.</a:t>
            </a:r>
            <a:r>
              <a:rPr lang="en-IN" dirty="0"/>
              <a:t>, “Resilient Distributed Datasets: A Fault-Tolerant Abstraction for In-Memory Cluster Computing,” in </a:t>
            </a:r>
            <a:r>
              <a:rPr lang="en-IN" i="1" dirty="0"/>
              <a:t>9th USENIX NSDI</a:t>
            </a:r>
            <a:r>
              <a:rPr lang="en-IN" dirty="0"/>
              <a:t>, 2012, pp. 15–28.</a:t>
            </a:r>
          </a:p>
          <a:p>
            <a:r>
              <a:rPr lang="en-IN" dirty="0"/>
              <a:t>[3] M. Armbrust </a:t>
            </a:r>
            <a:r>
              <a:rPr lang="en-IN" i="1" dirty="0"/>
              <a:t>et al.</a:t>
            </a:r>
            <a:r>
              <a:rPr lang="en-IN" dirty="0"/>
              <a:t>, “Spark SQL: Relational Data Processing in Spark,” in </a:t>
            </a:r>
            <a:r>
              <a:rPr lang="en-IN" i="1" dirty="0"/>
              <a:t>Proceedings of the 2015 ACM SIGMOD International Conference on Management of Data</a:t>
            </a:r>
            <a:r>
              <a:rPr lang="en-IN" dirty="0"/>
              <a:t>, 2015, pp. 1383–1394.</a:t>
            </a:r>
          </a:p>
          <a:p>
            <a:r>
              <a:rPr lang="en-IN" dirty="0"/>
              <a:t>[4] C. </a:t>
            </a:r>
            <a:r>
              <a:rPr lang="en-IN" dirty="0" err="1"/>
              <a:t>Nwokwu</a:t>
            </a:r>
            <a:r>
              <a:rPr lang="en-IN" dirty="0"/>
              <a:t>, </a:t>
            </a:r>
            <a:r>
              <a:rPr lang="en-IN" i="1" dirty="0"/>
              <a:t>Data Engineering for Beginners</a:t>
            </a:r>
            <a:r>
              <a:rPr lang="en-IN" dirty="0"/>
              <a:t>. Hoboken, NJ, USA: John Wiley &amp; Sons, Inc., </a:t>
            </a:r>
            <a:r>
              <a:rPr lang="en-IN"/>
              <a:t>2026.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09313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82F4B4AA-B9A0-F775-9A10-E57960DC4634}"/>
              </a:ext>
            </a:extLst>
          </p:cNvPr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25A1C"/>
          </a:solidFill>
          <a:ln w="12700">
            <a:solidFill>
              <a:srgbClr val="E25A1C"/>
            </a:solidFill>
            <a:prstDash val="solid"/>
          </a:ln>
        </p:spPr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8FDA07-70AF-2E12-1580-0ABECC440407}"/>
              </a:ext>
            </a:extLst>
          </p:cNvPr>
          <p:cNvSpPr txBox="1"/>
          <p:nvPr/>
        </p:nvSpPr>
        <p:spPr>
          <a:xfrm>
            <a:off x="2556095" y="1971585"/>
            <a:ext cx="403180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dirty="0"/>
              <a:t>Thank You</a:t>
            </a:r>
            <a:endParaRPr lang="en-IN" sz="7200" dirty="0"/>
          </a:p>
        </p:txBody>
      </p:sp>
    </p:spTree>
    <p:extLst>
      <p:ext uri="{BB962C8B-B14F-4D97-AF65-F5344CB8AC3E}">
        <p14:creationId xmlns:p14="http://schemas.microsoft.com/office/powerpoint/2010/main" val="28182559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1999</Words>
  <Application>Microsoft Office PowerPoint</Application>
  <PresentationFormat>On-screen Show (16:9)</PresentationFormat>
  <Paragraphs>454</Paragraphs>
  <Slides>21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Apache Spark Architecture</dc:title>
  <dc:subject>PptxGenJS Presentation</dc:subject>
  <dc:creator>PptxGenJS</dc:creator>
  <cp:lastModifiedBy>Alok Khatri</cp:lastModifiedBy>
  <cp:revision>2</cp:revision>
  <dcterms:created xsi:type="dcterms:W3CDTF">2026-10-04T06:15:01Z</dcterms:created>
  <dcterms:modified xsi:type="dcterms:W3CDTF">2026-10-05T07:07:00Z</dcterms:modified>
</cp:coreProperties>
</file>